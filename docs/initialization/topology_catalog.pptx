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729" r:id="rId5"/>
  </p:sldMasterIdLst>
  <p:notesMasterIdLst>
    <p:notesMasterId r:id="rId13"/>
  </p:notesMasterIdLst>
  <p:handoutMasterIdLst>
    <p:handoutMasterId r:id="rId14"/>
  </p:handoutMasterIdLst>
  <p:sldIdLst>
    <p:sldId id="371" r:id="rId6"/>
    <p:sldId id="361" r:id="rId7"/>
    <p:sldId id="363" r:id="rId8"/>
    <p:sldId id="364" r:id="rId9"/>
    <p:sldId id="365" r:id="rId10"/>
    <p:sldId id="370" r:id="rId11"/>
    <p:sldId id="367" r:id="rId12"/>
  </p:sldIdLst>
  <p:sldSz cx="12192000" cy="6858000"/>
  <p:notesSz cx="6805613" cy="9939338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76" userDrawn="1">
          <p15:clr>
            <a:srgbClr val="A4A3A4"/>
          </p15:clr>
        </p15:guide>
        <p15:guide id="2" orient="horz" pos="4152">
          <p15:clr>
            <a:srgbClr val="A4A3A4"/>
          </p15:clr>
        </p15:guide>
        <p15:guide id="6" orient="horz" pos="3598">
          <p15:clr>
            <a:srgbClr val="A4A3A4"/>
          </p15:clr>
        </p15:guide>
        <p15:guide id="7" orient="horz" pos="4020" userDrawn="1">
          <p15:clr>
            <a:srgbClr val="A4A3A4"/>
          </p15:clr>
        </p15:guide>
        <p15:guide id="8" pos="7446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228" userDrawn="1">
          <p15:clr>
            <a:srgbClr val="A4A3A4"/>
          </p15:clr>
        </p15:guide>
        <p15:guide id="11" pos="3898" userDrawn="1">
          <p15:clr>
            <a:srgbClr val="A4A3A4"/>
          </p15:clr>
        </p15:guide>
        <p15:guide id="12" pos="37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7E7"/>
    <a:srgbClr val="FFE688"/>
    <a:srgbClr val="CEDEE2"/>
    <a:srgbClr val="FFA600"/>
    <a:srgbClr val="E6304B"/>
    <a:srgbClr val="FFAD00"/>
    <a:srgbClr val="FFCD00"/>
    <a:srgbClr val="92D050"/>
    <a:srgbClr val="B0FA65"/>
    <a:srgbClr val="FCFF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0" dt="2026-09-03T08:06:27.755"/>
    <p1510:client id="{9A36CF15-CAE4-4630-A012-11FE975CFDBB}" v="1" dt="2026-09-03T07:56:56.746"/>
    <p1510:client id="{CA849B27-3901-3543-9926-CB83C5BCD1F7}" v="2" dt="2026-09-03T07:23:45.7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95000" autoAdjust="0"/>
  </p:normalViewPr>
  <p:slideViewPr>
    <p:cSldViewPr snapToGrid="0" showGuides="1">
      <p:cViewPr varScale="1">
        <p:scale>
          <a:sx n="80" d="100"/>
          <a:sy n="80" d="100"/>
        </p:scale>
        <p:origin x="942" y="102"/>
      </p:cViewPr>
      <p:guideLst>
        <p:guide orient="horz" pos="1076"/>
        <p:guide orient="horz" pos="4152"/>
        <p:guide orient="horz" pos="3598"/>
        <p:guide orient="horz" pos="4020"/>
        <p:guide pos="7446"/>
        <p:guide pos="3840"/>
        <p:guide pos="228"/>
        <p:guide pos="3898"/>
        <p:guide pos="37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86" d="100"/>
          <a:sy n="86" d="100"/>
        </p:scale>
        <p:origin x="3944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tags" Target="tags/tag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De Miguel Cruz" userId="S::demiguelm@aia.es::dff9766d-3fe8-4659-a0c1-e1b87a709fe4" providerId="AD" clId="Web-{00000000-0000-0000-0000-000000000000}"/>
    <pc:docChg chg="modSld">
      <pc:chgData name="Marcos De Miguel Cruz" userId="S::demiguelm@aia.es::dff9766d-3fe8-4659-a0c1-e1b87a709fe4" providerId="AD" clId="Web-{00000000-0000-0000-0000-000000000000}" dt="2026-09-03T08:06:25.505" v="3" actId="20577"/>
      <pc:docMkLst>
        <pc:docMk/>
      </pc:docMkLst>
      <pc:sldChg chg="modSp">
        <pc:chgData name="Marcos De Miguel Cruz" userId="S::demiguelm@aia.es::dff9766d-3fe8-4659-a0c1-e1b87a709fe4" providerId="AD" clId="Web-{00000000-0000-0000-0000-000000000000}" dt="2026-09-03T08:06:25.505" v="3" actId="20577"/>
        <pc:sldMkLst>
          <pc:docMk/>
          <pc:sldMk cId="1841050961" sldId="365"/>
        </pc:sldMkLst>
        <pc:spChg chg="mod">
          <ac:chgData name="Marcos De Miguel Cruz" userId="S::demiguelm@aia.es::dff9766d-3fe8-4659-a0c1-e1b87a709fe4" providerId="AD" clId="Web-{00000000-0000-0000-0000-000000000000}" dt="2026-09-03T08:06:25.505" v="3" actId="20577"/>
          <ac:spMkLst>
            <pc:docMk/>
            <pc:sldMk cId="1841050961" sldId="365"/>
            <ac:spMk id="62" creationId="{F22DD016-C797-0772-4590-E4455B7D7549}"/>
          </ac:spMkLst>
        </pc:spChg>
      </pc:sldChg>
    </pc:docChg>
  </pc:docChgLst>
  <pc:docChgLst>
    <pc:chgData name="Jose Luis Marin" userId="3f401816-0403-4e64-94bc-52b7ba2907f3" providerId="ADAL" clId="{605105EB-6CED-5A53-A41C-D9F7740771D7}"/>
    <pc:docChg chg="undo custSel modSld">
      <pc:chgData name="Jose Luis Marin" userId="3f401816-0403-4e64-94bc-52b7ba2907f3" providerId="ADAL" clId="{605105EB-6CED-5A53-A41C-D9F7740771D7}" dt="2026-09-03T07:26:23.755" v="1412" actId="20577"/>
      <pc:docMkLst>
        <pc:docMk/>
      </pc:docMkLst>
      <pc:sldChg chg="modSp mod">
        <pc:chgData name="Jose Luis Marin" userId="3f401816-0403-4e64-94bc-52b7ba2907f3" providerId="ADAL" clId="{605105EB-6CED-5A53-A41C-D9F7740771D7}" dt="2026-09-03T07:06:25.510" v="176" actId="1076"/>
        <pc:sldMkLst>
          <pc:docMk/>
          <pc:sldMk cId="1345159927" sldId="361"/>
        </pc:sldMkLst>
        <pc:spChg chg="mod">
          <ac:chgData name="Jose Luis Marin" userId="3f401816-0403-4e64-94bc-52b7ba2907f3" providerId="ADAL" clId="{605105EB-6CED-5A53-A41C-D9F7740771D7}" dt="2026-09-03T07:04:49.555" v="90" actId="1036"/>
          <ac:spMkLst>
            <pc:docMk/>
            <pc:sldMk cId="1345159927" sldId="361"/>
            <ac:spMk id="2" creationId="{4AC540DC-55ED-20B4-B288-6C5D9C93D0B5}"/>
          </ac:spMkLst>
        </pc:spChg>
        <pc:spChg chg="mod">
          <ac:chgData name="Jose Luis Marin" userId="3f401816-0403-4e64-94bc-52b7ba2907f3" providerId="ADAL" clId="{605105EB-6CED-5A53-A41C-D9F7740771D7}" dt="2026-09-03T07:06:25.510" v="176" actId="1076"/>
          <ac:spMkLst>
            <pc:docMk/>
            <pc:sldMk cId="1345159927" sldId="361"/>
            <ac:spMk id="3" creationId="{124E0788-544B-38AC-9DCA-7335AC24E5EB}"/>
          </ac:spMkLst>
        </pc:spChg>
        <pc:spChg chg="mod">
          <ac:chgData name="Jose Luis Marin" userId="3f401816-0403-4e64-94bc-52b7ba2907f3" providerId="ADAL" clId="{605105EB-6CED-5A53-A41C-D9F7740771D7}" dt="2026-09-03T07:04:49.555" v="90" actId="1036"/>
          <ac:spMkLst>
            <pc:docMk/>
            <pc:sldMk cId="1345159927" sldId="361"/>
            <ac:spMk id="4" creationId="{331152A1-8121-83E9-6047-D899AC2A225D}"/>
          </ac:spMkLst>
        </pc:spChg>
        <pc:spChg chg="mod">
          <ac:chgData name="Jose Luis Marin" userId="3f401816-0403-4e64-94bc-52b7ba2907f3" providerId="ADAL" clId="{605105EB-6CED-5A53-A41C-D9F7740771D7}" dt="2026-09-03T07:04:49.555" v="90" actId="1036"/>
          <ac:spMkLst>
            <pc:docMk/>
            <pc:sldMk cId="1345159927" sldId="361"/>
            <ac:spMk id="5" creationId="{ADEA08FD-B8F5-08FF-F77F-613ED847AAFD}"/>
          </ac:spMkLst>
        </pc:spChg>
        <pc:spChg chg="mod">
          <ac:chgData name="Jose Luis Marin" userId="3f401816-0403-4e64-94bc-52b7ba2907f3" providerId="ADAL" clId="{605105EB-6CED-5A53-A41C-D9F7740771D7}" dt="2026-09-03T07:06:21.085" v="175" actId="1076"/>
          <ac:spMkLst>
            <pc:docMk/>
            <pc:sldMk cId="1345159927" sldId="361"/>
            <ac:spMk id="7" creationId="{49BFAF12-3276-D0AE-D019-EA9E0FB5D354}"/>
          </ac:spMkLst>
        </pc:spChg>
        <pc:spChg chg="mod">
          <ac:chgData name="Jose Luis Marin" userId="3f401816-0403-4e64-94bc-52b7ba2907f3" providerId="ADAL" clId="{605105EB-6CED-5A53-A41C-D9F7740771D7}" dt="2026-09-03T07:04:34.615" v="55" actId="1038"/>
          <ac:spMkLst>
            <pc:docMk/>
            <pc:sldMk cId="1345159927" sldId="361"/>
            <ac:spMk id="18" creationId="{DC26748F-CB1F-CFFD-C1AB-A740CF691A73}"/>
          </ac:spMkLst>
        </pc:spChg>
        <pc:spChg chg="mod">
          <ac:chgData name="Jose Luis Marin" userId="3f401816-0403-4e64-94bc-52b7ba2907f3" providerId="ADAL" clId="{605105EB-6CED-5A53-A41C-D9F7740771D7}" dt="2026-09-03T07:06:01.509" v="172" actId="1076"/>
          <ac:spMkLst>
            <pc:docMk/>
            <pc:sldMk cId="1345159927" sldId="361"/>
            <ac:spMk id="22" creationId="{FA1F6BEF-3E16-24A5-D9F6-67D59411D645}"/>
          </ac:spMkLst>
        </pc:spChg>
        <pc:spChg chg="mod">
          <ac:chgData name="Jose Luis Marin" userId="3f401816-0403-4e64-94bc-52b7ba2907f3" providerId="ADAL" clId="{605105EB-6CED-5A53-A41C-D9F7740771D7}" dt="2026-09-03T07:04:34.615" v="55" actId="1038"/>
          <ac:spMkLst>
            <pc:docMk/>
            <pc:sldMk cId="1345159927" sldId="361"/>
            <ac:spMk id="23" creationId="{F5D7EA7C-0477-E7CF-AD1B-19CFABC78EC3}"/>
          </ac:spMkLst>
        </pc:spChg>
        <pc:spChg chg="mod">
          <ac:chgData name="Jose Luis Marin" userId="3f401816-0403-4e64-94bc-52b7ba2907f3" providerId="ADAL" clId="{605105EB-6CED-5A53-A41C-D9F7740771D7}" dt="2026-09-03T07:04:34.615" v="55" actId="1038"/>
          <ac:spMkLst>
            <pc:docMk/>
            <pc:sldMk cId="1345159927" sldId="361"/>
            <ac:spMk id="24" creationId="{AC34A577-8001-3DCD-2B76-EECF560CCD8A}"/>
          </ac:spMkLst>
        </pc:spChg>
        <pc:grpChg chg="mod">
          <ac:chgData name="Jose Luis Marin" userId="3f401816-0403-4e64-94bc-52b7ba2907f3" providerId="ADAL" clId="{605105EB-6CED-5A53-A41C-D9F7740771D7}" dt="2026-09-03T07:05:40.705" v="130" actId="1035"/>
          <ac:grpSpMkLst>
            <pc:docMk/>
            <pc:sldMk cId="1345159927" sldId="361"/>
            <ac:grpSpMk id="26" creationId="{239516C0-AB8E-25D5-FB3F-4D7A77D5D9E2}"/>
          </ac:grpSpMkLst>
        </pc:grpChg>
        <pc:cxnChg chg="mod">
          <ac:chgData name="Jose Luis Marin" userId="3f401816-0403-4e64-94bc-52b7ba2907f3" providerId="ADAL" clId="{605105EB-6CED-5A53-A41C-D9F7740771D7}" dt="2026-09-03T07:05:48.385" v="170" actId="1037"/>
          <ac:cxnSpMkLst>
            <pc:docMk/>
            <pc:sldMk cId="1345159927" sldId="361"/>
            <ac:cxnSpMk id="13" creationId="{ADA46642-9A30-F44B-F1EA-08E38FC1F970}"/>
          </ac:cxnSpMkLst>
        </pc:cxnChg>
        <pc:cxnChg chg="mod">
          <ac:chgData name="Jose Luis Marin" userId="3f401816-0403-4e64-94bc-52b7ba2907f3" providerId="ADAL" clId="{605105EB-6CED-5A53-A41C-D9F7740771D7}" dt="2026-09-03T07:03:38.918" v="3" actId="1076"/>
          <ac:cxnSpMkLst>
            <pc:docMk/>
            <pc:sldMk cId="1345159927" sldId="361"/>
            <ac:cxnSpMk id="14" creationId="{FD62EF68-0717-02DF-141D-E777529749B0}"/>
          </ac:cxnSpMkLst>
        </pc:cxnChg>
        <pc:cxnChg chg="mod">
          <ac:chgData name="Jose Luis Marin" userId="3f401816-0403-4e64-94bc-52b7ba2907f3" providerId="ADAL" clId="{605105EB-6CED-5A53-A41C-D9F7740771D7}" dt="2026-09-03T07:04:34.615" v="55" actId="1038"/>
          <ac:cxnSpMkLst>
            <pc:docMk/>
            <pc:sldMk cId="1345159927" sldId="361"/>
            <ac:cxnSpMk id="17" creationId="{41C3C4FC-B0C0-A82C-D605-860CAB617B00}"/>
          </ac:cxnSpMkLst>
        </pc:cxnChg>
        <pc:cxnChg chg="mod">
          <ac:chgData name="Jose Luis Marin" userId="3f401816-0403-4e64-94bc-52b7ba2907f3" providerId="ADAL" clId="{605105EB-6CED-5A53-A41C-D9F7740771D7}" dt="2026-09-03T07:04:34.615" v="55" actId="1038"/>
          <ac:cxnSpMkLst>
            <pc:docMk/>
            <pc:sldMk cId="1345159927" sldId="361"/>
            <ac:cxnSpMk id="20" creationId="{2ADD77D0-4C72-CA7A-CE63-3E25C707286D}"/>
          </ac:cxnSpMkLst>
        </pc:cxnChg>
        <pc:cxnChg chg="mod">
          <ac:chgData name="Jose Luis Marin" userId="3f401816-0403-4e64-94bc-52b7ba2907f3" providerId="ADAL" clId="{605105EB-6CED-5A53-A41C-D9F7740771D7}" dt="2026-09-03T07:05:54.306" v="171" actId="1076"/>
          <ac:cxnSpMkLst>
            <pc:docMk/>
            <pc:sldMk cId="1345159927" sldId="361"/>
            <ac:cxnSpMk id="21" creationId="{B75B1BE9-6EBF-2C4E-70DC-EDF0BF2492E8}"/>
          </ac:cxnSpMkLst>
        </pc:cxnChg>
      </pc:sldChg>
      <pc:sldChg chg="modSp mod">
        <pc:chgData name="Jose Luis Marin" userId="3f401816-0403-4e64-94bc-52b7ba2907f3" providerId="ADAL" clId="{605105EB-6CED-5A53-A41C-D9F7740771D7}" dt="2026-09-03T07:11:30.893" v="475" actId="1076"/>
        <pc:sldMkLst>
          <pc:docMk/>
          <pc:sldMk cId="4015711507" sldId="363"/>
        </pc:sldMkLst>
        <pc:spChg chg="mod">
          <ac:chgData name="Jose Luis Marin" userId="3f401816-0403-4e64-94bc-52b7ba2907f3" providerId="ADAL" clId="{605105EB-6CED-5A53-A41C-D9F7740771D7}" dt="2026-09-03T07:09:17.234" v="315" actId="1036"/>
          <ac:spMkLst>
            <pc:docMk/>
            <pc:sldMk cId="4015711507" sldId="363"/>
            <ac:spMk id="4" creationId="{F2FC22C4-7EB9-F3DA-BA24-6CEB448EA5B9}"/>
          </ac:spMkLst>
        </pc:spChg>
        <pc:spChg chg="mod">
          <ac:chgData name="Jose Luis Marin" userId="3f401816-0403-4e64-94bc-52b7ba2907f3" providerId="ADAL" clId="{605105EB-6CED-5A53-A41C-D9F7740771D7}" dt="2026-09-03T07:09:17.234" v="315" actId="1036"/>
          <ac:spMkLst>
            <pc:docMk/>
            <pc:sldMk cId="4015711507" sldId="363"/>
            <ac:spMk id="7" creationId="{16B3F710-9075-82D5-3677-C6C48D19BAD1}"/>
          </ac:spMkLst>
        </pc:spChg>
        <pc:spChg chg="mod">
          <ac:chgData name="Jose Luis Marin" userId="3f401816-0403-4e64-94bc-52b7ba2907f3" providerId="ADAL" clId="{605105EB-6CED-5A53-A41C-D9F7740771D7}" dt="2026-09-03T07:09:17.234" v="315" actId="1036"/>
          <ac:spMkLst>
            <pc:docMk/>
            <pc:sldMk cId="4015711507" sldId="363"/>
            <ac:spMk id="16" creationId="{7E2F9523-2D4F-0CFC-18CB-FEEDBBABE1FE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18" creationId="{DC26748F-CB1F-CFFD-C1AB-A740CF691A73}"/>
          </ac:spMkLst>
        </pc:spChg>
        <pc:spChg chg="mod">
          <ac:chgData name="Jose Luis Marin" userId="3f401816-0403-4e64-94bc-52b7ba2907f3" providerId="ADAL" clId="{605105EB-6CED-5A53-A41C-D9F7740771D7}" dt="2026-09-03T07:11:30.893" v="475" actId="1076"/>
          <ac:spMkLst>
            <pc:docMk/>
            <pc:sldMk cId="4015711507" sldId="363"/>
            <ac:spMk id="22" creationId="{FA1F6BEF-3E16-24A5-D9F6-67D59411D645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23" creationId="{F5D7EA7C-0477-E7CF-AD1B-19CFABC78EC3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24" creationId="{AC34A577-8001-3DCD-2B76-EECF560CCD8A}"/>
          </ac:spMkLst>
        </pc:spChg>
        <pc:spChg chg="mod">
          <ac:chgData name="Jose Luis Marin" userId="3f401816-0403-4e64-94bc-52b7ba2907f3" providerId="ADAL" clId="{605105EB-6CED-5A53-A41C-D9F7740771D7}" dt="2026-09-03T07:11:18.542" v="455" actId="1076"/>
          <ac:spMkLst>
            <pc:docMk/>
            <pc:sldMk cId="4015711507" sldId="363"/>
            <ac:spMk id="28" creationId="{A933839B-E2F0-2767-867C-C3D21571B116}"/>
          </ac:spMkLst>
        </pc:spChg>
        <pc:spChg chg="mod">
          <ac:chgData name="Jose Luis Marin" userId="3f401816-0403-4e64-94bc-52b7ba2907f3" providerId="ADAL" clId="{605105EB-6CED-5A53-A41C-D9F7740771D7}" dt="2026-09-03T07:08:58.989" v="300" actId="1037"/>
          <ac:spMkLst>
            <pc:docMk/>
            <pc:sldMk cId="4015711507" sldId="363"/>
            <ac:spMk id="29" creationId="{43B28C03-AE61-7194-DAAD-8D3E3CA0FCFF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30" creationId="{7EEFCEAF-DBA9-D087-A1D1-D50925979DBF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31" creationId="{703BC30B-617F-EE1A-1C3C-874678D542F1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32" creationId="{C12B3264-F350-D42A-8718-D3FB967B495A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33" creationId="{56E9C622-174F-E231-93CD-8D7A7B5A6DA7}"/>
          </ac:spMkLst>
        </pc:spChg>
        <pc:grpChg chg="mod">
          <ac:chgData name="Jose Luis Marin" userId="3f401816-0403-4e64-94bc-52b7ba2907f3" providerId="ADAL" clId="{605105EB-6CED-5A53-A41C-D9F7740771D7}" dt="2026-09-03T07:09:17.234" v="315" actId="1036"/>
          <ac:grpSpMkLst>
            <pc:docMk/>
            <pc:sldMk cId="4015711507" sldId="363"/>
            <ac:grpSpMk id="10" creationId="{B49D6AA5-A2BF-8217-F5E1-666E1354247E}"/>
          </ac:grpSpMkLst>
        </pc:grpChg>
        <pc:grpChg chg="mod">
          <ac:chgData name="Jose Luis Marin" userId="3f401816-0403-4e64-94bc-52b7ba2907f3" providerId="ADAL" clId="{605105EB-6CED-5A53-A41C-D9F7740771D7}" dt="2026-09-03T07:10:56.818" v="421" actId="1036"/>
          <ac:grpSpMkLst>
            <pc:docMk/>
            <pc:sldMk cId="4015711507" sldId="363"/>
            <ac:grpSpMk id="15" creationId="{28A66F8D-94C4-F497-4A40-A412D28DF524}"/>
          </ac:grpSpMkLst>
        </pc:grpChg>
        <pc:grpChg chg="mod">
          <ac:chgData name="Jose Luis Marin" userId="3f401816-0403-4e64-94bc-52b7ba2907f3" providerId="ADAL" clId="{605105EB-6CED-5A53-A41C-D9F7740771D7}" dt="2026-09-03T07:08:58.989" v="300" actId="1037"/>
          <ac:grpSpMkLst>
            <pc:docMk/>
            <pc:sldMk cId="4015711507" sldId="363"/>
            <ac:grpSpMk id="19" creationId="{E61B5137-00B9-9406-9B51-A2B496CF6825}"/>
          </ac:grpSpMkLst>
        </pc:grpChg>
        <pc:cxnChg chg="mod">
          <ac:chgData name="Jose Luis Marin" userId="3f401816-0403-4e64-94bc-52b7ba2907f3" providerId="ADAL" clId="{605105EB-6CED-5A53-A41C-D9F7740771D7}" dt="2026-09-03T07:08:58.989" v="300" actId="1037"/>
          <ac:cxnSpMkLst>
            <pc:docMk/>
            <pc:sldMk cId="4015711507" sldId="363"/>
            <ac:cxnSpMk id="3" creationId="{27845976-65A6-B724-8110-AA41AD933427}"/>
          </ac:cxnSpMkLst>
        </pc:cxnChg>
        <pc:cxnChg chg="mod">
          <ac:chgData name="Jose Luis Marin" userId="3f401816-0403-4e64-94bc-52b7ba2907f3" providerId="ADAL" clId="{605105EB-6CED-5A53-A41C-D9F7740771D7}" dt="2026-09-03T07:08:58.989" v="300" actId="1037"/>
          <ac:cxnSpMkLst>
            <pc:docMk/>
            <pc:sldMk cId="4015711507" sldId="363"/>
            <ac:cxnSpMk id="5" creationId="{970FA249-BA24-DF00-68C7-05BA90C99D2F}"/>
          </ac:cxnSpMkLst>
        </pc:cxnChg>
        <pc:cxnChg chg="mod">
          <ac:chgData name="Jose Luis Marin" userId="3f401816-0403-4e64-94bc-52b7ba2907f3" providerId="ADAL" clId="{605105EB-6CED-5A53-A41C-D9F7740771D7}" dt="2026-09-03T07:09:17.234" v="315" actId="1036"/>
          <ac:cxnSpMkLst>
            <pc:docMk/>
            <pc:sldMk cId="4015711507" sldId="363"/>
            <ac:cxnSpMk id="6" creationId="{BFAFD766-BCBB-9C9E-C668-81CADD6D1301}"/>
          </ac:cxnSpMkLst>
        </pc:cxnChg>
        <pc:cxnChg chg="mod">
          <ac:chgData name="Jose Luis Marin" userId="3f401816-0403-4e64-94bc-52b7ba2907f3" providerId="ADAL" clId="{605105EB-6CED-5A53-A41C-D9F7740771D7}" dt="2026-09-03T07:11:02.406" v="453" actId="1037"/>
          <ac:cxnSpMkLst>
            <pc:docMk/>
            <pc:sldMk cId="4015711507" sldId="363"/>
            <ac:cxnSpMk id="13" creationId="{ADA46642-9A30-F44B-F1EA-08E38FC1F970}"/>
          </ac:cxnSpMkLst>
        </pc:cxnChg>
        <pc:cxnChg chg="mod">
          <ac:chgData name="Jose Luis Marin" userId="3f401816-0403-4e64-94bc-52b7ba2907f3" providerId="ADAL" clId="{605105EB-6CED-5A53-A41C-D9F7740771D7}" dt="2026-09-03T07:09:35.654" v="334" actId="1037"/>
          <ac:cxnSpMkLst>
            <pc:docMk/>
            <pc:sldMk cId="4015711507" sldId="363"/>
            <ac:cxnSpMk id="14" creationId="{FD62EF68-0717-02DF-141D-E777529749B0}"/>
          </ac:cxnSpMkLst>
        </pc:cxnChg>
        <pc:cxnChg chg="mod">
          <ac:chgData name="Jose Luis Marin" userId="3f401816-0403-4e64-94bc-52b7ba2907f3" providerId="ADAL" clId="{605105EB-6CED-5A53-A41C-D9F7740771D7}" dt="2026-09-03T07:09:47.591" v="389" actId="1038"/>
          <ac:cxnSpMkLst>
            <pc:docMk/>
            <pc:sldMk cId="4015711507" sldId="363"/>
            <ac:cxnSpMk id="20" creationId="{2ADD77D0-4C72-CA7A-CE63-3E25C707286D}"/>
          </ac:cxnSpMkLst>
        </pc:cxnChg>
        <pc:cxnChg chg="mod">
          <ac:chgData name="Jose Luis Marin" userId="3f401816-0403-4e64-94bc-52b7ba2907f3" providerId="ADAL" clId="{605105EB-6CED-5A53-A41C-D9F7740771D7}" dt="2026-09-03T07:11:25.438" v="474" actId="1038"/>
          <ac:cxnSpMkLst>
            <pc:docMk/>
            <pc:sldMk cId="4015711507" sldId="363"/>
            <ac:cxnSpMk id="21" creationId="{B75B1BE9-6EBF-2C4E-70DC-EDF0BF2492E8}"/>
          </ac:cxnSpMkLst>
        </pc:cxnChg>
        <pc:cxnChg chg="mod">
          <ac:chgData name="Jose Luis Marin" userId="3f401816-0403-4e64-94bc-52b7ba2907f3" providerId="ADAL" clId="{605105EB-6CED-5A53-A41C-D9F7740771D7}" dt="2026-09-03T07:08:58.989" v="300" actId="1037"/>
          <ac:cxnSpMkLst>
            <pc:docMk/>
            <pc:sldMk cId="4015711507" sldId="363"/>
            <ac:cxnSpMk id="27" creationId="{23534018-F583-3698-7F8D-59C99DD6836C}"/>
          </ac:cxnSpMkLst>
        </pc:cxnChg>
        <pc:cxnChg chg="mod">
          <ac:chgData name="Jose Luis Marin" userId="3f401816-0403-4e64-94bc-52b7ba2907f3" providerId="ADAL" clId="{605105EB-6CED-5A53-A41C-D9F7740771D7}" dt="2026-09-03T07:10:09.098" v="391" actId="14100"/>
          <ac:cxnSpMkLst>
            <pc:docMk/>
            <pc:sldMk cId="4015711507" sldId="363"/>
            <ac:cxnSpMk id="35" creationId="{F49A5611-A906-DFBB-C84C-8BF7B0D2C5ED}"/>
          </ac:cxnSpMkLst>
        </pc:cxnChg>
      </pc:sldChg>
      <pc:sldChg chg="delSp modSp mod">
        <pc:chgData name="Jose Luis Marin" userId="3f401816-0403-4e64-94bc-52b7ba2907f3" providerId="ADAL" clId="{605105EB-6CED-5A53-A41C-D9F7740771D7}" dt="2026-09-03T07:15:29.312" v="1141" actId="1037"/>
        <pc:sldMkLst>
          <pc:docMk/>
          <pc:sldMk cId="542481487" sldId="364"/>
        </pc:sldMkLst>
        <pc:spChg chg="mod">
          <ac:chgData name="Jose Luis Marin" userId="3f401816-0403-4e64-94bc-52b7ba2907f3" providerId="ADAL" clId="{605105EB-6CED-5A53-A41C-D9F7740771D7}" dt="2026-09-03T07:14:36.783" v="905" actId="1035"/>
          <ac:spMkLst>
            <pc:docMk/>
            <pc:sldMk cId="542481487" sldId="364"/>
            <ac:spMk id="18" creationId="{DC26748F-CB1F-CFFD-C1AB-A740CF691A73}"/>
          </ac:spMkLst>
        </pc:spChg>
        <pc:spChg chg="mod">
          <ac:chgData name="Jose Luis Marin" userId="3f401816-0403-4e64-94bc-52b7ba2907f3" providerId="ADAL" clId="{605105EB-6CED-5A53-A41C-D9F7740771D7}" dt="2026-09-03T07:15:17.434" v="1110" actId="1037"/>
          <ac:spMkLst>
            <pc:docMk/>
            <pc:sldMk cId="542481487" sldId="364"/>
            <ac:spMk id="22" creationId="{FA1F6BEF-3E16-24A5-D9F6-67D59411D645}"/>
          </ac:spMkLst>
        </pc:spChg>
        <pc:spChg chg="mod">
          <ac:chgData name="Jose Luis Marin" userId="3f401816-0403-4e64-94bc-52b7ba2907f3" providerId="ADAL" clId="{605105EB-6CED-5A53-A41C-D9F7740771D7}" dt="2026-09-03T07:14:36.783" v="905" actId="1035"/>
          <ac:spMkLst>
            <pc:docMk/>
            <pc:sldMk cId="542481487" sldId="364"/>
            <ac:spMk id="23" creationId="{F5D7EA7C-0477-E7CF-AD1B-19CFABC78EC3}"/>
          </ac:spMkLst>
        </pc:spChg>
        <pc:spChg chg="mod">
          <ac:chgData name="Jose Luis Marin" userId="3f401816-0403-4e64-94bc-52b7ba2907f3" providerId="ADAL" clId="{605105EB-6CED-5A53-A41C-D9F7740771D7}" dt="2026-09-03T07:14:36.783" v="905" actId="1035"/>
          <ac:spMkLst>
            <pc:docMk/>
            <pc:sldMk cId="542481487" sldId="364"/>
            <ac:spMk id="24" creationId="{AC34A577-8001-3DCD-2B76-EECF560CCD8A}"/>
          </ac:spMkLst>
        </pc:spChg>
        <pc:spChg chg="mod">
          <ac:chgData name="Jose Luis Marin" userId="3f401816-0403-4e64-94bc-52b7ba2907f3" providerId="ADAL" clId="{605105EB-6CED-5A53-A41C-D9F7740771D7}" dt="2026-09-03T07:14:36.783" v="905" actId="1035"/>
          <ac:spMkLst>
            <pc:docMk/>
            <pc:sldMk cId="542481487" sldId="364"/>
            <ac:spMk id="41" creationId="{3CD1C120-C9E1-12CE-1B52-6278B80CB1CC}"/>
          </ac:spMkLst>
        </pc:spChg>
        <pc:spChg chg="del">
          <ac:chgData name="Jose Luis Marin" userId="3f401816-0403-4e64-94bc-52b7ba2907f3" providerId="ADAL" clId="{605105EB-6CED-5A53-A41C-D9F7740771D7}" dt="2026-09-03T07:12:18.454" v="482" actId="478"/>
          <ac:spMkLst>
            <pc:docMk/>
            <pc:sldMk cId="542481487" sldId="364"/>
            <ac:spMk id="42" creationId="{7FDEC4E5-6E8B-D7E1-46A8-A6CEFA44E559}"/>
          </ac:spMkLst>
        </pc:spChg>
        <pc:spChg chg="del">
          <ac:chgData name="Jose Luis Marin" userId="3f401816-0403-4e64-94bc-52b7ba2907f3" providerId="ADAL" clId="{605105EB-6CED-5A53-A41C-D9F7740771D7}" dt="2026-09-03T07:12:21.212" v="483" actId="478"/>
          <ac:spMkLst>
            <pc:docMk/>
            <pc:sldMk cId="542481487" sldId="364"/>
            <ac:spMk id="54" creationId="{35C9B755-BB1D-842D-8BB3-EAAA42450BE7}"/>
          </ac:spMkLst>
        </pc:spChg>
        <pc:spChg chg="del">
          <ac:chgData name="Jose Luis Marin" userId="3f401816-0403-4e64-94bc-52b7ba2907f3" providerId="ADAL" clId="{605105EB-6CED-5A53-A41C-D9F7740771D7}" dt="2026-09-03T07:12:24.722" v="484" actId="478"/>
          <ac:spMkLst>
            <pc:docMk/>
            <pc:sldMk cId="542481487" sldId="364"/>
            <ac:spMk id="55" creationId="{35C5F12A-3A49-3798-7461-FA154758289F}"/>
          </ac:spMkLst>
        </pc:spChg>
        <pc:spChg chg="mod">
          <ac:chgData name="Jose Luis Marin" userId="3f401816-0403-4e64-94bc-52b7ba2907f3" providerId="ADAL" clId="{605105EB-6CED-5A53-A41C-D9F7740771D7}" dt="2026-09-03T07:14:44.228" v="963" actId="1035"/>
          <ac:spMkLst>
            <pc:docMk/>
            <pc:sldMk cId="542481487" sldId="364"/>
            <ac:spMk id="56" creationId="{1AF488C7-92FE-42BE-6F06-022AFA710FF7}"/>
          </ac:spMkLst>
        </pc:spChg>
        <pc:spChg chg="mod">
          <ac:chgData name="Jose Luis Marin" userId="3f401816-0403-4e64-94bc-52b7ba2907f3" providerId="ADAL" clId="{605105EB-6CED-5A53-A41C-D9F7740771D7}" dt="2026-09-03T07:15:29.312" v="1141" actId="1037"/>
          <ac:spMkLst>
            <pc:docMk/>
            <pc:sldMk cId="542481487" sldId="364"/>
            <ac:spMk id="57" creationId="{696115E3-A82D-3F1D-70B6-12C377B2D343}"/>
          </ac:spMkLst>
        </pc:spChg>
        <pc:grpChg chg="mod">
          <ac:chgData name="Jose Luis Marin" userId="3f401816-0403-4e64-94bc-52b7ba2907f3" providerId="ADAL" clId="{605105EB-6CED-5A53-A41C-D9F7740771D7}" dt="2026-09-03T07:12:33.994" v="511" actId="1037"/>
          <ac:grpSpMkLst>
            <pc:docMk/>
            <pc:sldMk cId="542481487" sldId="364"/>
            <ac:grpSpMk id="46" creationId="{14BF57A4-B53E-D857-2E31-34CC7A8FD1F1}"/>
          </ac:grpSpMkLst>
        </pc:grpChg>
        <pc:grpChg chg="del">
          <ac:chgData name="Jose Luis Marin" userId="3f401816-0403-4e64-94bc-52b7ba2907f3" providerId="ADAL" clId="{605105EB-6CED-5A53-A41C-D9F7740771D7}" dt="2026-09-03T07:12:13.786" v="480" actId="478"/>
          <ac:grpSpMkLst>
            <pc:docMk/>
            <pc:sldMk cId="542481487" sldId="364"/>
            <ac:grpSpMk id="48" creationId="{5611D643-9A9F-7961-7F2E-5EF5D943F2B0}"/>
          </ac:grpSpMkLst>
        </pc:grpChg>
        <pc:grpChg chg="del">
          <ac:chgData name="Jose Luis Marin" userId="3f401816-0403-4e64-94bc-52b7ba2907f3" providerId="ADAL" clId="{605105EB-6CED-5A53-A41C-D9F7740771D7}" dt="2026-09-03T07:12:16.097" v="481" actId="478"/>
          <ac:grpSpMkLst>
            <pc:docMk/>
            <pc:sldMk cId="542481487" sldId="364"/>
            <ac:grpSpMk id="49" creationId="{19C4C2C6-D57B-C860-BEAE-28AE57659C3A}"/>
          </ac:grpSpMkLst>
        </pc:grpChg>
        <pc:grpChg chg="del">
          <ac:chgData name="Jose Luis Marin" userId="3f401816-0403-4e64-94bc-52b7ba2907f3" providerId="ADAL" clId="{605105EB-6CED-5A53-A41C-D9F7740771D7}" dt="2026-09-03T07:12:26.582" v="485" actId="478"/>
          <ac:grpSpMkLst>
            <pc:docMk/>
            <pc:sldMk cId="542481487" sldId="364"/>
            <ac:grpSpMk id="50" creationId="{7FC0A988-4416-7349-762E-07019326C893}"/>
          </ac:grpSpMkLst>
        </pc:grpChg>
        <pc:grpChg chg="mod">
          <ac:chgData name="Jose Luis Marin" userId="3f401816-0403-4e64-94bc-52b7ba2907f3" providerId="ADAL" clId="{605105EB-6CED-5A53-A41C-D9F7740771D7}" dt="2026-09-03T07:14:59.632" v="1049" actId="1037"/>
          <ac:grpSpMkLst>
            <pc:docMk/>
            <pc:sldMk cId="542481487" sldId="364"/>
            <ac:grpSpMk id="51" creationId="{E6F85B55-BB45-3F0E-6626-CB99F87AB6B0}"/>
          </ac:grpSpMkLst>
        </pc:grpChg>
        <pc:cxnChg chg="del">
          <ac:chgData name="Jose Luis Marin" userId="3f401816-0403-4e64-94bc-52b7ba2907f3" providerId="ADAL" clId="{605105EB-6CED-5A53-A41C-D9F7740771D7}" dt="2026-09-03T07:12:37.607" v="512" actId="478"/>
          <ac:cxnSpMkLst>
            <pc:docMk/>
            <pc:sldMk cId="542481487" sldId="364"/>
            <ac:cxnSpMk id="13" creationId="{ADA46642-9A30-F44B-F1EA-08E38FC1F970}"/>
          </ac:cxnSpMkLst>
        </pc:cxnChg>
        <pc:cxnChg chg="mod">
          <ac:chgData name="Jose Luis Marin" userId="3f401816-0403-4e64-94bc-52b7ba2907f3" providerId="ADAL" clId="{605105EB-6CED-5A53-A41C-D9F7740771D7}" dt="2026-09-03T07:14:36.783" v="905" actId="1035"/>
          <ac:cxnSpMkLst>
            <pc:docMk/>
            <pc:sldMk cId="542481487" sldId="364"/>
            <ac:cxnSpMk id="17" creationId="{41C3C4FC-B0C0-A82C-D605-860CAB617B00}"/>
          </ac:cxnSpMkLst>
        </pc:cxnChg>
        <pc:cxnChg chg="mod">
          <ac:chgData name="Jose Luis Marin" userId="3f401816-0403-4e64-94bc-52b7ba2907f3" providerId="ADAL" clId="{605105EB-6CED-5A53-A41C-D9F7740771D7}" dt="2026-09-03T07:14:36.783" v="905" actId="1035"/>
          <ac:cxnSpMkLst>
            <pc:docMk/>
            <pc:sldMk cId="542481487" sldId="364"/>
            <ac:cxnSpMk id="20" creationId="{2ADD77D0-4C72-CA7A-CE63-3E25C707286D}"/>
          </ac:cxnSpMkLst>
        </pc:cxnChg>
        <pc:cxnChg chg="mod">
          <ac:chgData name="Jose Luis Marin" userId="3f401816-0403-4e64-94bc-52b7ba2907f3" providerId="ADAL" clId="{605105EB-6CED-5A53-A41C-D9F7740771D7}" dt="2026-09-03T07:15:17.434" v="1110" actId="1037"/>
          <ac:cxnSpMkLst>
            <pc:docMk/>
            <pc:sldMk cId="542481487" sldId="364"/>
            <ac:cxnSpMk id="21" creationId="{B75B1BE9-6EBF-2C4E-70DC-EDF0BF2492E8}"/>
          </ac:cxnSpMkLst>
        </pc:cxnChg>
        <pc:cxnChg chg="del">
          <ac:chgData name="Jose Luis Marin" userId="3f401816-0403-4e64-94bc-52b7ba2907f3" providerId="ADAL" clId="{605105EB-6CED-5A53-A41C-D9F7740771D7}" dt="2026-09-03T07:12:39.662" v="513" actId="478"/>
          <ac:cxnSpMkLst>
            <pc:docMk/>
            <pc:sldMk cId="542481487" sldId="364"/>
            <ac:cxnSpMk id="31" creationId="{017A04F5-169E-5B9A-1345-F6D0C6E3FA03}"/>
          </ac:cxnSpMkLst>
        </pc:cxnChg>
        <pc:cxnChg chg="del">
          <ac:chgData name="Jose Luis Marin" userId="3f401816-0403-4e64-94bc-52b7ba2907f3" providerId="ADAL" clId="{605105EB-6CED-5A53-A41C-D9F7740771D7}" dt="2026-09-03T07:12:41.911" v="514" actId="478"/>
          <ac:cxnSpMkLst>
            <pc:docMk/>
            <pc:sldMk cId="542481487" sldId="364"/>
            <ac:cxnSpMk id="38" creationId="{3665E9F0-701C-A024-D1A2-2C9197804D42}"/>
          </ac:cxnSpMkLst>
        </pc:cxnChg>
        <pc:cxnChg chg="mod">
          <ac:chgData name="Jose Luis Marin" userId="3f401816-0403-4e64-94bc-52b7ba2907f3" providerId="ADAL" clId="{605105EB-6CED-5A53-A41C-D9F7740771D7}" dt="2026-09-03T07:15:07.878" v="1082" actId="1037"/>
          <ac:cxnSpMkLst>
            <pc:docMk/>
            <pc:sldMk cId="542481487" sldId="364"/>
            <ac:cxnSpMk id="47" creationId="{FE3E788F-64F9-08F6-5585-0301D1331E41}"/>
          </ac:cxnSpMkLst>
        </pc:cxnChg>
        <pc:cxnChg chg="mod">
          <ac:chgData name="Jose Luis Marin" userId="3f401816-0403-4e64-94bc-52b7ba2907f3" providerId="ADAL" clId="{605105EB-6CED-5A53-A41C-D9F7740771D7}" dt="2026-09-03T07:15:29.312" v="1141" actId="1037"/>
          <ac:cxnSpMkLst>
            <pc:docMk/>
            <pc:sldMk cId="542481487" sldId="364"/>
            <ac:cxnSpMk id="58" creationId="{D1CE5EC3-7AF5-9AD5-D79E-1E96A13C330C}"/>
          </ac:cxnSpMkLst>
        </pc:cxnChg>
      </pc:sldChg>
      <pc:sldChg chg="addSp modSp mod">
        <pc:chgData name="Jose Luis Marin" userId="3f401816-0403-4e64-94bc-52b7ba2907f3" providerId="ADAL" clId="{605105EB-6CED-5A53-A41C-D9F7740771D7}" dt="2026-09-03T07:26:23.755" v="1412" actId="20577"/>
        <pc:sldMkLst>
          <pc:docMk/>
          <pc:sldMk cId="3153295643" sldId="370"/>
        </pc:sldMkLst>
        <pc:spChg chg="add mod">
          <ac:chgData name="Jose Luis Marin" userId="3f401816-0403-4e64-94bc-52b7ba2907f3" providerId="ADAL" clId="{605105EB-6CED-5A53-A41C-D9F7740771D7}" dt="2026-09-03T07:23:17.701" v="1216" actId="1038"/>
          <ac:spMkLst>
            <pc:docMk/>
            <pc:sldMk cId="3153295643" sldId="370"/>
            <ac:spMk id="4" creationId="{72164238-ACB0-2D6E-CCB7-5175C24FD596}"/>
          </ac:spMkLst>
        </pc:spChg>
        <pc:spChg chg="mod">
          <ac:chgData name="Jose Luis Marin" userId="3f401816-0403-4e64-94bc-52b7ba2907f3" providerId="ADAL" clId="{605105EB-6CED-5A53-A41C-D9F7740771D7}" dt="2026-09-03T07:23:28.369" v="1241" actId="1036"/>
          <ac:spMkLst>
            <pc:docMk/>
            <pc:sldMk cId="3153295643" sldId="370"/>
            <ac:spMk id="5" creationId="{DB50D947-A822-EDDD-942E-9F53E3E6D947}"/>
          </ac:spMkLst>
        </pc:spChg>
        <pc:spChg chg="add mod">
          <ac:chgData name="Jose Luis Marin" userId="3f401816-0403-4e64-94bc-52b7ba2907f3" providerId="ADAL" clId="{605105EB-6CED-5A53-A41C-D9F7740771D7}" dt="2026-09-03T07:25:40.515" v="1396" actId="20577"/>
          <ac:spMkLst>
            <pc:docMk/>
            <pc:sldMk cId="3153295643" sldId="370"/>
            <ac:spMk id="7" creationId="{2B007961-4749-A060-A217-5FBD03C0099A}"/>
          </ac:spMkLst>
        </pc:spChg>
        <pc:spChg chg="mod">
          <ac:chgData name="Jose Luis Marin" userId="3f401816-0403-4e64-94bc-52b7ba2907f3" providerId="ADAL" clId="{605105EB-6CED-5A53-A41C-D9F7740771D7}" dt="2026-09-03T07:26:23.755" v="1412" actId="20577"/>
          <ac:spMkLst>
            <pc:docMk/>
            <pc:sldMk cId="3153295643" sldId="370"/>
            <ac:spMk id="22" creationId="{FA1F6BEF-3E16-24A5-D9F6-67D59411D645}"/>
          </ac:spMkLst>
        </pc:spChg>
      </pc:sldChg>
    </pc:docChg>
  </pc:docChgLst>
  <pc:docChgLst>
    <pc:chgData name="Marcos De Miguel Cruz" userId="dff9766d-3fe8-4659-a0c1-e1b87a709fe4" providerId="ADAL" clId="{5BEB56D2-D1BE-4B43-B384-DED89CB6F23D}"/>
    <pc:docChg chg="undo custSel modSld">
      <pc:chgData name="Marcos De Miguel Cruz" userId="dff9766d-3fe8-4659-a0c1-e1b87a709fe4" providerId="ADAL" clId="{5BEB56D2-D1BE-4B43-B384-DED89CB6F23D}" dt="2026-09-03T08:01:19.030" v="1046" actId="1076"/>
      <pc:docMkLst>
        <pc:docMk/>
      </pc:docMkLst>
      <pc:sldChg chg="modSp mod">
        <pc:chgData name="Marcos De Miguel Cruz" userId="dff9766d-3fe8-4659-a0c1-e1b87a709fe4" providerId="ADAL" clId="{5BEB56D2-D1BE-4B43-B384-DED89CB6F23D}" dt="2026-09-03T08:01:19.030" v="1046" actId="1076"/>
        <pc:sldMkLst>
          <pc:docMk/>
          <pc:sldMk cId="4015711507" sldId="363"/>
        </pc:sldMkLst>
        <pc:spChg chg="mod">
          <ac:chgData name="Marcos De Miguel Cruz" userId="dff9766d-3fe8-4659-a0c1-e1b87a709fe4" providerId="ADAL" clId="{5BEB56D2-D1BE-4B43-B384-DED89CB6F23D}" dt="2026-09-03T08:00:50.640" v="980" actId="1076"/>
          <ac:spMkLst>
            <pc:docMk/>
            <pc:sldMk cId="4015711507" sldId="363"/>
            <ac:spMk id="2" creationId="{C0BFBD65-1FD1-9D4A-E9E9-301DCFD0643A}"/>
          </ac:spMkLst>
        </pc:spChg>
        <pc:spChg chg="mod">
          <ac:chgData name="Marcos De Miguel Cruz" userId="dff9766d-3fe8-4659-a0c1-e1b87a709fe4" providerId="ADAL" clId="{5BEB56D2-D1BE-4B43-B384-DED89CB6F23D}" dt="2026-09-03T08:01:19.030" v="1046" actId="1076"/>
          <ac:spMkLst>
            <pc:docMk/>
            <pc:sldMk cId="4015711507" sldId="363"/>
            <ac:spMk id="28" creationId="{A933839B-E2F0-2767-867C-C3D21571B116}"/>
          </ac:spMkLst>
        </pc:spChg>
        <pc:spChg chg="mod">
          <ac:chgData name="Marcos De Miguel Cruz" userId="dff9766d-3fe8-4659-a0c1-e1b87a709fe4" providerId="ADAL" clId="{5BEB56D2-D1BE-4B43-B384-DED89CB6F23D}" dt="2026-09-03T08:01:14.134" v="1045" actId="1076"/>
          <ac:spMkLst>
            <pc:docMk/>
            <pc:sldMk cId="4015711507" sldId="363"/>
            <ac:spMk id="30" creationId="{7EEFCEAF-DBA9-D087-A1D1-D50925979DBF}"/>
          </ac:spMkLst>
        </pc:spChg>
        <pc:spChg chg="mod">
          <ac:chgData name="Marcos De Miguel Cruz" userId="dff9766d-3fe8-4659-a0c1-e1b87a709fe4" providerId="ADAL" clId="{5BEB56D2-D1BE-4B43-B384-DED89CB6F23D}" dt="2026-09-03T08:01:01.690" v="1031" actId="1037"/>
          <ac:spMkLst>
            <pc:docMk/>
            <pc:sldMk cId="4015711507" sldId="363"/>
            <ac:spMk id="31" creationId="{703BC30B-617F-EE1A-1C3C-874678D542F1}"/>
          </ac:spMkLst>
        </pc:spChg>
        <pc:spChg chg="mod">
          <ac:chgData name="Marcos De Miguel Cruz" userId="dff9766d-3fe8-4659-a0c1-e1b87a709fe4" providerId="ADAL" clId="{5BEB56D2-D1BE-4B43-B384-DED89CB6F23D}" dt="2026-09-03T08:01:06.686" v="1044" actId="1038"/>
          <ac:spMkLst>
            <pc:docMk/>
            <pc:sldMk cId="4015711507" sldId="363"/>
            <ac:spMk id="32" creationId="{C12B3264-F350-D42A-8718-D3FB967B495A}"/>
          </ac:spMkLst>
        </pc:spChg>
      </pc:sldChg>
      <pc:sldChg chg="modSp mod">
        <pc:chgData name="Marcos De Miguel Cruz" userId="dff9766d-3fe8-4659-a0c1-e1b87a709fe4" providerId="ADAL" clId="{5BEB56D2-D1BE-4B43-B384-DED89CB6F23D}" dt="2026-09-03T08:00:29.615" v="955" actId="1037"/>
        <pc:sldMkLst>
          <pc:docMk/>
          <pc:sldMk cId="542481487" sldId="364"/>
        </pc:sldMkLst>
        <pc:spChg chg="mod">
          <ac:chgData name="Marcos De Miguel Cruz" userId="dff9766d-3fe8-4659-a0c1-e1b87a709fe4" providerId="ADAL" clId="{5BEB56D2-D1BE-4B43-B384-DED89CB6F23D}" dt="2026-09-03T08:00:06.391" v="879" actId="1035"/>
          <ac:spMkLst>
            <pc:docMk/>
            <pc:sldMk cId="542481487" sldId="364"/>
            <ac:spMk id="22" creationId="{FA1F6BEF-3E16-24A5-D9F6-67D59411D645}"/>
          </ac:spMkLst>
        </pc:spChg>
        <pc:spChg chg="mod">
          <ac:chgData name="Marcos De Miguel Cruz" userId="dff9766d-3fe8-4659-a0c1-e1b87a709fe4" providerId="ADAL" clId="{5BEB56D2-D1BE-4B43-B384-DED89CB6F23D}" dt="2026-09-03T08:00:29.615" v="955" actId="1037"/>
          <ac:spMkLst>
            <pc:docMk/>
            <pc:sldMk cId="542481487" sldId="364"/>
            <ac:spMk id="41" creationId="{3CD1C120-C9E1-12CE-1B52-6278B80CB1CC}"/>
          </ac:spMkLst>
        </pc:spChg>
        <pc:spChg chg="mod">
          <ac:chgData name="Marcos De Miguel Cruz" userId="dff9766d-3fe8-4659-a0c1-e1b87a709fe4" providerId="ADAL" clId="{5BEB56D2-D1BE-4B43-B384-DED89CB6F23D}" dt="2026-09-03T08:00:16.333" v="934" actId="1038"/>
          <ac:spMkLst>
            <pc:docMk/>
            <pc:sldMk cId="542481487" sldId="364"/>
            <ac:spMk id="56" creationId="{1AF488C7-92FE-42BE-6F06-022AFA710FF7}"/>
          </ac:spMkLst>
        </pc:spChg>
      </pc:sldChg>
      <pc:sldChg chg="addSp delSp modSp mod">
        <pc:chgData name="Marcos De Miguel Cruz" userId="dff9766d-3fe8-4659-a0c1-e1b87a709fe4" providerId="ADAL" clId="{5BEB56D2-D1BE-4B43-B384-DED89CB6F23D}" dt="2026-09-03T08:00:38.270" v="978" actId="1036"/>
        <pc:sldMkLst>
          <pc:docMk/>
          <pc:sldMk cId="1841050961" sldId="365"/>
        </pc:sldMkLst>
        <pc:spChg chg="mod">
          <ac:chgData name="Marcos De Miguel Cruz" userId="dff9766d-3fe8-4659-a0c1-e1b87a709fe4" providerId="ADAL" clId="{5BEB56D2-D1BE-4B43-B384-DED89CB6F23D}" dt="2026-09-03T07:59:48.671" v="848" actId="1037"/>
          <ac:spMkLst>
            <pc:docMk/>
            <pc:sldMk cId="1841050961" sldId="365"/>
            <ac:spMk id="16" creationId="{A4C15E64-AFCA-46CD-43FA-7FF1E55B8198}"/>
          </ac:spMkLst>
        </pc:spChg>
        <pc:spChg chg="mod">
          <ac:chgData name="Marcos De Miguel Cruz" userId="dff9766d-3fe8-4659-a0c1-e1b87a709fe4" providerId="ADAL" clId="{5BEB56D2-D1BE-4B43-B384-DED89CB6F23D}" dt="2026-09-03T07:57:35.183" v="404" actId="1036"/>
          <ac:spMkLst>
            <pc:docMk/>
            <pc:sldMk cId="1841050961" sldId="365"/>
            <ac:spMk id="18" creationId="{DC26748F-CB1F-CFFD-C1AB-A740CF691A73}"/>
          </ac:spMkLst>
        </pc:spChg>
        <pc:spChg chg="mod">
          <ac:chgData name="Marcos De Miguel Cruz" userId="dff9766d-3fe8-4659-a0c1-e1b87a709fe4" providerId="ADAL" clId="{5BEB56D2-D1BE-4B43-B384-DED89CB6F23D}" dt="2026-09-03T07:58:05.854" v="578" actId="1035"/>
          <ac:spMkLst>
            <pc:docMk/>
            <pc:sldMk cId="1841050961" sldId="365"/>
            <ac:spMk id="22" creationId="{FA1F6BEF-3E16-24A5-D9F6-67D59411D645}"/>
          </ac:spMkLst>
        </pc:spChg>
        <pc:spChg chg="mod">
          <ac:chgData name="Marcos De Miguel Cruz" userId="dff9766d-3fe8-4659-a0c1-e1b87a709fe4" providerId="ADAL" clId="{5BEB56D2-D1BE-4B43-B384-DED89CB6F23D}" dt="2026-09-03T07:57:35.183" v="404" actId="1036"/>
          <ac:spMkLst>
            <pc:docMk/>
            <pc:sldMk cId="1841050961" sldId="365"/>
            <ac:spMk id="23" creationId="{F5D7EA7C-0477-E7CF-AD1B-19CFABC78EC3}"/>
          </ac:spMkLst>
        </pc:spChg>
        <pc:spChg chg="mod">
          <ac:chgData name="Marcos De Miguel Cruz" userId="dff9766d-3fe8-4659-a0c1-e1b87a709fe4" providerId="ADAL" clId="{5BEB56D2-D1BE-4B43-B384-DED89CB6F23D}" dt="2026-09-03T07:57:35.183" v="404" actId="1036"/>
          <ac:spMkLst>
            <pc:docMk/>
            <pc:sldMk cId="1841050961" sldId="365"/>
            <ac:spMk id="24" creationId="{AC34A577-8001-3DCD-2B76-EECF560CCD8A}"/>
          </ac:spMkLst>
        </pc:spChg>
        <pc:spChg chg="mod">
          <ac:chgData name="Marcos De Miguel Cruz" userId="dff9766d-3fe8-4659-a0c1-e1b87a709fe4" providerId="ADAL" clId="{5BEB56D2-D1BE-4B43-B384-DED89CB6F23D}" dt="2026-09-03T07:59:34.017" v="834" actId="1037"/>
          <ac:spMkLst>
            <pc:docMk/>
            <pc:sldMk cId="1841050961" sldId="365"/>
            <ac:spMk id="39" creationId="{DE5F4CF6-3242-9BD5-7691-62DCA31FCCA3}"/>
          </ac:spMkLst>
        </pc:spChg>
        <pc:spChg chg="del">
          <ac:chgData name="Marcos De Miguel Cruz" userId="dff9766d-3fe8-4659-a0c1-e1b87a709fe4" providerId="ADAL" clId="{5BEB56D2-D1BE-4B43-B384-DED89CB6F23D}" dt="2026-09-03T07:55:28.582" v="0" actId="478"/>
          <ac:spMkLst>
            <pc:docMk/>
            <pc:sldMk cId="1841050961" sldId="365"/>
            <ac:spMk id="59" creationId="{EC94A037-C994-A096-E237-EB814A33DF6F}"/>
          </ac:spMkLst>
        </pc:spChg>
        <pc:spChg chg="del">
          <ac:chgData name="Marcos De Miguel Cruz" userId="dff9766d-3fe8-4659-a0c1-e1b87a709fe4" providerId="ADAL" clId="{5BEB56D2-D1BE-4B43-B384-DED89CB6F23D}" dt="2026-09-03T07:55:28.582" v="0" actId="478"/>
          <ac:spMkLst>
            <pc:docMk/>
            <pc:sldMk cId="1841050961" sldId="365"/>
            <ac:spMk id="60" creationId="{60223174-51C6-9B7C-D62F-A5F0BBA4D0F1}"/>
          </ac:spMkLst>
        </pc:spChg>
        <pc:spChg chg="del">
          <ac:chgData name="Marcos De Miguel Cruz" userId="dff9766d-3fe8-4659-a0c1-e1b87a709fe4" providerId="ADAL" clId="{5BEB56D2-D1BE-4B43-B384-DED89CB6F23D}" dt="2026-09-03T07:55:28.582" v="0" actId="478"/>
          <ac:spMkLst>
            <pc:docMk/>
            <pc:sldMk cId="1841050961" sldId="365"/>
            <ac:spMk id="61" creationId="{9399F66E-FCE6-683D-3719-50C3D1FB5941}"/>
          </ac:spMkLst>
        </pc:spChg>
        <pc:spChg chg="mod">
          <ac:chgData name="Marcos De Miguel Cruz" userId="dff9766d-3fe8-4659-a0c1-e1b87a709fe4" providerId="ADAL" clId="{5BEB56D2-D1BE-4B43-B384-DED89CB6F23D}" dt="2026-09-03T07:57:56.792" v="542" actId="1038"/>
          <ac:spMkLst>
            <pc:docMk/>
            <pc:sldMk cId="1841050961" sldId="365"/>
            <ac:spMk id="62" creationId="{F22DD016-C797-0772-4590-E4455B7D7549}"/>
          </ac:spMkLst>
        </pc:spChg>
        <pc:spChg chg="mod">
          <ac:chgData name="Marcos De Miguel Cruz" userId="dff9766d-3fe8-4659-a0c1-e1b87a709fe4" providerId="ADAL" clId="{5BEB56D2-D1BE-4B43-B384-DED89CB6F23D}" dt="2026-09-03T08:00:38.270" v="978" actId="1036"/>
          <ac:spMkLst>
            <pc:docMk/>
            <pc:sldMk cId="1841050961" sldId="365"/>
            <ac:spMk id="63" creationId="{A79D912E-2451-A5C3-CB8C-87E292DBDA71}"/>
          </ac:spMkLst>
        </pc:spChg>
        <pc:spChg chg="mod">
          <ac:chgData name="Marcos De Miguel Cruz" userId="dff9766d-3fe8-4659-a0c1-e1b87a709fe4" providerId="ADAL" clId="{5BEB56D2-D1BE-4B43-B384-DED89CB6F23D}" dt="2026-09-03T07:59:34.017" v="834" actId="1037"/>
          <ac:spMkLst>
            <pc:docMk/>
            <pc:sldMk cId="1841050961" sldId="365"/>
            <ac:spMk id="65" creationId="{05F25109-BABC-A9B3-3E0D-AA7C8986B5E1}"/>
          </ac:spMkLst>
        </pc:spChg>
        <pc:spChg chg="mod">
          <ac:chgData name="Marcos De Miguel Cruz" userId="dff9766d-3fe8-4659-a0c1-e1b87a709fe4" providerId="ADAL" clId="{5BEB56D2-D1BE-4B43-B384-DED89CB6F23D}" dt="2026-09-03T07:59:34.017" v="834" actId="1037"/>
          <ac:spMkLst>
            <pc:docMk/>
            <pc:sldMk cId="1841050961" sldId="365"/>
            <ac:spMk id="66" creationId="{2E1DBECE-5BBC-1C88-FBD1-6D85892AFE1C}"/>
          </ac:spMkLst>
        </pc:spChg>
        <pc:spChg chg="mod">
          <ac:chgData name="Marcos De Miguel Cruz" userId="dff9766d-3fe8-4659-a0c1-e1b87a709fe4" providerId="ADAL" clId="{5BEB56D2-D1BE-4B43-B384-DED89CB6F23D}" dt="2026-09-03T07:56:16.081" v="152" actId="1037"/>
          <ac:spMkLst>
            <pc:docMk/>
            <pc:sldMk cId="1841050961" sldId="365"/>
            <ac:spMk id="69" creationId="{6E8898E3-5F90-25DF-9334-192843161C70}"/>
          </ac:spMkLst>
        </pc:spChg>
        <pc:grpChg chg="mod">
          <ac:chgData name="Marcos De Miguel Cruz" userId="dff9766d-3fe8-4659-a0c1-e1b87a709fe4" providerId="ADAL" clId="{5BEB56D2-D1BE-4B43-B384-DED89CB6F23D}" dt="2026-09-03T07:59:34.017" v="834" actId="1037"/>
          <ac:grpSpMkLst>
            <pc:docMk/>
            <pc:sldMk cId="1841050961" sldId="365"/>
            <ac:grpSpMk id="5" creationId="{31A4DAAE-A838-C1FC-F11E-AA94F23D4227}"/>
          </ac:grpSpMkLst>
        </pc:grpChg>
        <pc:grpChg chg="mod">
          <ac:chgData name="Marcos De Miguel Cruz" userId="dff9766d-3fe8-4659-a0c1-e1b87a709fe4" providerId="ADAL" clId="{5BEB56D2-D1BE-4B43-B384-DED89CB6F23D}" dt="2026-09-03T07:56:01.088" v="81" actId="1038"/>
          <ac:grpSpMkLst>
            <pc:docMk/>
            <pc:sldMk cId="1841050961" sldId="365"/>
            <ac:grpSpMk id="46" creationId="{14BF57A4-B53E-D857-2E31-34CC7A8FD1F1}"/>
          </ac:grpSpMkLst>
        </pc:grpChg>
        <pc:grpChg chg="del">
          <ac:chgData name="Marcos De Miguel Cruz" userId="dff9766d-3fe8-4659-a0c1-e1b87a709fe4" providerId="ADAL" clId="{5BEB56D2-D1BE-4B43-B384-DED89CB6F23D}" dt="2026-09-03T07:55:28.582" v="0" actId="478"/>
          <ac:grpSpMkLst>
            <pc:docMk/>
            <pc:sldMk cId="1841050961" sldId="365"/>
            <ac:grpSpMk id="48" creationId="{5611D643-9A9F-7961-7F2E-5EF5D943F2B0}"/>
          </ac:grpSpMkLst>
        </pc:grpChg>
        <pc:grpChg chg="del">
          <ac:chgData name="Marcos De Miguel Cruz" userId="dff9766d-3fe8-4659-a0c1-e1b87a709fe4" providerId="ADAL" clId="{5BEB56D2-D1BE-4B43-B384-DED89CB6F23D}" dt="2026-09-03T07:55:28.582" v="0" actId="478"/>
          <ac:grpSpMkLst>
            <pc:docMk/>
            <pc:sldMk cId="1841050961" sldId="365"/>
            <ac:grpSpMk id="49" creationId="{19C4C2C6-D57B-C860-BEAE-28AE57659C3A}"/>
          </ac:grpSpMkLst>
        </pc:grpChg>
        <pc:grpChg chg="del">
          <ac:chgData name="Marcos De Miguel Cruz" userId="dff9766d-3fe8-4659-a0c1-e1b87a709fe4" providerId="ADAL" clId="{5BEB56D2-D1BE-4B43-B384-DED89CB6F23D}" dt="2026-09-03T07:55:28.582" v="0" actId="478"/>
          <ac:grpSpMkLst>
            <pc:docMk/>
            <pc:sldMk cId="1841050961" sldId="365"/>
            <ac:grpSpMk id="50" creationId="{7FC0A988-4416-7349-762E-07019326C893}"/>
          </ac:grpSpMkLst>
        </pc:grpChg>
        <pc:grpChg chg="mod">
          <ac:chgData name="Marcos De Miguel Cruz" userId="dff9766d-3fe8-4659-a0c1-e1b87a709fe4" providerId="ADAL" clId="{5BEB56D2-D1BE-4B43-B384-DED89CB6F23D}" dt="2026-09-03T07:57:35.183" v="404" actId="1036"/>
          <ac:grpSpMkLst>
            <pc:docMk/>
            <pc:sldMk cId="1841050961" sldId="365"/>
            <ac:grpSpMk id="51" creationId="{E6F85B55-BB45-3F0E-6626-CB99F87AB6B0}"/>
          </ac:grpSpMkLst>
        </pc:grpChg>
        <pc:cxnChg chg="mod">
          <ac:chgData name="Marcos De Miguel Cruz" userId="dff9766d-3fe8-4659-a0c1-e1b87a709fe4" providerId="ADAL" clId="{5BEB56D2-D1BE-4B43-B384-DED89CB6F23D}" dt="2026-09-03T07:59:40.337" v="835" actId="14100"/>
          <ac:cxnSpMkLst>
            <pc:docMk/>
            <pc:sldMk cId="1841050961" sldId="365"/>
            <ac:cxnSpMk id="3" creationId="{B895C55D-A6E5-7026-D3E9-C632F3E8A182}"/>
          </ac:cxnSpMkLst>
        </pc:cxnChg>
        <pc:cxnChg chg="mod">
          <ac:chgData name="Marcos De Miguel Cruz" userId="dff9766d-3fe8-4659-a0c1-e1b87a709fe4" providerId="ADAL" clId="{5BEB56D2-D1BE-4B43-B384-DED89CB6F23D}" dt="2026-09-03T07:59:34.017" v="834" actId="1037"/>
          <ac:cxnSpMkLst>
            <pc:docMk/>
            <pc:sldMk cId="1841050961" sldId="365"/>
            <ac:cxnSpMk id="4" creationId="{0BE003DD-962E-C2C1-E743-50D9A9C70259}"/>
          </ac:cxnSpMkLst>
        </pc:cxnChg>
        <pc:cxnChg chg="del">
          <ac:chgData name="Marcos De Miguel Cruz" userId="dff9766d-3fe8-4659-a0c1-e1b87a709fe4" providerId="ADAL" clId="{5BEB56D2-D1BE-4B43-B384-DED89CB6F23D}" dt="2026-09-03T07:55:28.582" v="0" actId="478"/>
          <ac:cxnSpMkLst>
            <pc:docMk/>
            <pc:sldMk cId="1841050961" sldId="365"/>
            <ac:cxnSpMk id="13" creationId="{ADA46642-9A30-F44B-F1EA-08E38FC1F970}"/>
          </ac:cxnSpMkLst>
        </pc:cxnChg>
        <pc:cxnChg chg="mod">
          <ac:chgData name="Marcos De Miguel Cruz" userId="dff9766d-3fe8-4659-a0c1-e1b87a709fe4" providerId="ADAL" clId="{5BEB56D2-D1BE-4B43-B384-DED89CB6F23D}" dt="2026-09-03T07:55:55.102" v="60" actId="1037"/>
          <ac:cxnSpMkLst>
            <pc:docMk/>
            <pc:sldMk cId="1841050961" sldId="365"/>
            <ac:cxnSpMk id="14" creationId="{FD62EF68-0717-02DF-141D-E777529749B0}"/>
          </ac:cxnSpMkLst>
        </pc:cxnChg>
        <pc:cxnChg chg="del mod">
          <ac:chgData name="Marcos De Miguel Cruz" userId="dff9766d-3fe8-4659-a0c1-e1b87a709fe4" providerId="ADAL" clId="{5BEB56D2-D1BE-4B43-B384-DED89CB6F23D}" dt="2026-09-03T07:56:44.096" v="241" actId="478"/>
          <ac:cxnSpMkLst>
            <pc:docMk/>
            <pc:sldMk cId="1841050961" sldId="365"/>
            <ac:cxnSpMk id="17" creationId="{41C3C4FC-B0C0-A82C-D605-860CAB617B00}"/>
          </ac:cxnSpMkLst>
        </pc:cxnChg>
        <pc:cxnChg chg="mod">
          <ac:chgData name="Marcos De Miguel Cruz" userId="dff9766d-3fe8-4659-a0c1-e1b87a709fe4" providerId="ADAL" clId="{5BEB56D2-D1BE-4B43-B384-DED89CB6F23D}" dt="2026-09-03T07:59:34.017" v="834" actId="1037"/>
          <ac:cxnSpMkLst>
            <pc:docMk/>
            <pc:sldMk cId="1841050961" sldId="365"/>
            <ac:cxnSpMk id="19" creationId="{DFD55466-8EDE-FB34-0C3E-47B1F725984E}"/>
          </ac:cxnSpMkLst>
        </pc:cxnChg>
        <pc:cxnChg chg="mod">
          <ac:chgData name="Marcos De Miguel Cruz" userId="dff9766d-3fe8-4659-a0c1-e1b87a709fe4" providerId="ADAL" clId="{5BEB56D2-D1BE-4B43-B384-DED89CB6F23D}" dt="2026-09-03T07:56:32.349" v="216" actId="1037"/>
          <ac:cxnSpMkLst>
            <pc:docMk/>
            <pc:sldMk cId="1841050961" sldId="365"/>
            <ac:cxnSpMk id="20" creationId="{2ADD77D0-4C72-CA7A-CE63-3E25C707286D}"/>
          </ac:cxnSpMkLst>
        </pc:cxnChg>
        <pc:cxnChg chg="mod">
          <ac:chgData name="Marcos De Miguel Cruz" userId="dff9766d-3fe8-4659-a0c1-e1b87a709fe4" providerId="ADAL" clId="{5BEB56D2-D1BE-4B43-B384-DED89CB6F23D}" dt="2026-09-03T07:57:35.183" v="404" actId="1036"/>
          <ac:cxnSpMkLst>
            <pc:docMk/>
            <pc:sldMk cId="1841050961" sldId="365"/>
            <ac:cxnSpMk id="21" creationId="{B75B1BE9-6EBF-2C4E-70DC-EDF0BF2492E8}"/>
          </ac:cxnSpMkLst>
        </pc:cxnChg>
        <pc:cxnChg chg="del">
          <ac:chgData name="Marcos De Miguel Cruz" userId="dff9766d-3fe8-4659-a0c1-e1b87a709fe4" providerId="ADAL" clId="{5BEB56D2-D1BE-4B43-B384-DED89CB6F23D}" dt="2026-09-03T07:55:28.582" v="0" actId="478"/>
          <ac:cxnSpMkLst>
            <pc:docMk/>
            <pc:sldMk cId="1841050961" sldId="365"/>
            <ac:cxnSpMk id="31" creationId="{017A04F5-169E-5B9A-1345-F6D0C6E3FA03}"/>
          </ac:cxnSpMkLst>
        </pc:cxnChg>
        <pc:cxnChg chg="del">
          <ac:chgData name="Marcos De Miguel Cruz" userId="dff9766d-3fe8-4659-a0c1-e1b87a709fe4" providerId="ADAL" clId="{5BEB56D2-D1BE-4B43-B384-DED89CB6F23D}" dt="2026-09-03T07:55:28.582" v="0" actId="478"/>
          <ac:cxnSpMkLst>
            <pc:docMk/>
            <pc:sldMk cId="1841050961" sldId="365"/>
            <ac:cxnSpMk id="38" creationId="{3665E9F0-701C-A024-D1A2-2C9197804D42}"/>
          </ac:cxnSpMkLst>
        </pc:cxnChg>
        <pc:cxnChg chg="add mod">
          <ac:chgData name="Marcos De Miguel Cruz" userId="dff9766d-3fe8-4659-a0c1-e1b87a709fe4" providerId="ADAL" clId="{5BEB56D2-D1BE-4B43-B384-DED89CB6F23D}" dt="2026-09-03T07:57:35.183" v="404" actId="1036"/>
          <ac:cxnSpMkLst>
            <pc:docMk/>
            <pc:sldMk cId="1841050961" sldId="365"/>
            <ac:cxnSpMk id="41" creationId="{F8AB0245-F9DD-6757-E509-5F9D5BD8C9FF}"/>
          </ac:cxnSpMkLst>
        </pc:cxnChg>
        <pc:cxnChg chg="mod">
          <ac:chgData name="Marcos De Miguel Cruz" userId="dff9766d-3fe8-4659-a0c1-e1b87a709fe4" providerId="ADAL" clId="{5BEB56D2-D1BE-4B43-B384-DED89CB6F23D}" dt="2026-09-03T07:57:35.183" v="404" actId="1036"/>
          <ac:cxnSpMkLst>
            <pc:docMk/>
            <pc:sldMk cId="1841050961" sldId="365"/>
            <ac:cxnSpMk id="47" creationId="{FE3E788F-64F9-08F6-5585-0301D1331E41}"/>
          </ac:cxnSpMkLst>
        </pc:cxnChg>
        <pc:cxnChg chg="mod">
          <ac:chgData name="Marcos De Miguel Cruz" userId="dff9766d-3fe8-4659-a0c1-e1b87a709fe4" providerId="ADAL" clId="{5BEB56D2-D1BE-4B43-B384-DED89CB6F23D}" dt="2026-09-03T07:56:16.081" v="152" actId="1037"/>
          <ac:cxnSpMkLst>
            <pc:docMk/>
            <pc:sldMk cId="1841050961" sldId="365"/>
            <ac:cxnSpMk id="70" creationId="{1D07FB9E-71B7-22BF-28B6-E1BC28A41EED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91DDE-BA6A-4F57-909C-98F49C72955F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0D33-42BE-4A7B-9A0E-84D31BC6EF4B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45535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AC5B1-F58D-4268-BB75-9856A9D794A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1063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00C33-90AE-4963-9AD8-3B07939F57E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606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67200" y="1138238"/>
            <a:ext cx="4665663" cy="17872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7200" y="3146902"/>
            <a:ext cx="4665663" cy="188229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4" name="Imagen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 userDrawn="1"/>
        </p:nvSpPr>
        <p:spPr>
          <a:xfrm>
            <a:off x="1371643" y="6290392"/>
            <a:ext cx="931852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800">
                <a:solidFill>
                  <a:schemeClr val="accent6">
                    <a:lumMod val="75000"/>
                  </a:schemeClr>
                </a:solidFill>
              </a:rPr>
              <a:t>© Grupo AIA.  Documento confidencial.  Se prohíbe su reproducción y comunicación o acceso a terceros no autorizados</a:t>
            </a:r>
            <a:endParaRPr lang="en-US" sz="80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500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/>
          <p:cNvSpPr>
            <a:spLocks noGrp="1"/>
          </p:cNvSpPr>
          <p:nvPr>
            <p:ph type="pic" sz="quarter" idx="13"/>
          </p:nvPr>
        </p:nvSpPr>
        <p:spPr>
          <a:xfrm>
            <a:off x="-6650" y="857"/>
            <a:ext cx="12200176" cy="6857143"/>
          </a:xfrm>
          <a:prstGeom prst="rect">
            <a:avLst/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en el icono para agregar una imagen</a:t>
            </a:r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60000" y="3846097"/>
            <a:ext cx="11466875" cy="11430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0000" y="4989097"/>
            <a:ext cx="11466875" cy="11257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200"/>
              </a:spcBef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6" name="Imagen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32EAD6DE-48EA-CB4C-B39E-9525BD75087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850841" y="206317"/>
            <a:ext cx="931921" cy="93192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386C829-CF3D-7A42-9A1A-EB6A98215225}"/>
              </a:ext>
            </a:extLst>
          </p:cNvPr>
          <p:cNvSpPr>
            <a:spLocks noGrp="1"/>
          </p:cNvSpPr>
          <p:nvPr userDrawn="1"/>
        </p:nvSpPr>
        <p:spPr>
          <a:xfrm>
            <a:off x="1039091" y="6290392"/>
            <a:ext cx="1031609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© Grupo AIA. The information contained in this document is confidential and any diffusion, reproduction, communication, distribution nor access to third party is prohibited without the prior written consent of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Aplicaciones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en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Informática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Avanzada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, SL.</a:t>
            </a:r>
          </a:p>
        </p:txBody>
      </p:sp>
    </p:spTree>
    <p:extLst>
      <p:ext uri="{BB962C8B-B14F-4D97-AF65-F5344CB8AC3E}">
        <p14:creationId xmlns:p14="http://schemas.microsoft.com/office/powerpoint/2010/main" val="1422397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162800" y="1138238"/>
            <a:ext cx="4665663" cy="17872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162800" y="3146902"/>
            <a:ext cx="4665663" cy="188229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5" name="Imagen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85738"/>
            <a:ext cx="952500" cy="952500"/>
          </a:xfrm>
          <a:prstGeom prst="rect">
            <a:avLst/>
          </a:prstGeom>
        </p:spPr>
      </p:pic>
      <p:sp>
        <p:nvSpPr>
          <p:cNvPr id="6" name="Footer Placeholder 4"/>
          <p:cNvSpPr>
            <a:spLocks noGrp="1"/>
          </p:cNvSpPr>
          <p:nvPr userDrawn="1"/>
        </p:nvSpPr>
        <p:spPr>
          <a:xfrm>
            <a:off x="1371643" y="6290392"/>
            <a:ext cx="931852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800">
                <a:solidFill>
                  <a:schemeClr val="accent6">
                    <a:lumMod val="75000"/>
                  </a:schemeClr>
                </a:solidFill>
              </a:rPr>
              <a:t>© Grupo AIA.  Documento confidencial.  Se prohíbe su reproducción y comunicación o acceso a terceros no autorizados</a:t>
            </a:r>
            <a:endParaRPr lang="en-US" sz="80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9614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367200" y="1138238"/>
            <a:ext cx="4666800" cy="17892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7200" y="3147038"/>
            <a:ext cx="4666800" cy="18828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569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360000" y="3846097"/>
            <a:ext cx="11466875" cy="11430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0000" y="4989097"/>
            <a:ext cx="11466875" cy="11257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200"/>
              </a:spcBef>
              <a:buNone/>
              <a:defRPr sz="2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6" name="Imagen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993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7162800" y="1138238"/>
            <a:ext cx="4665663" cy="17872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162800" y="3146902"/>
            <a:ext cx="4665663" cy="188229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85738"/>
            <a:ext cx="95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41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60362" y="2984855"/>
            <a:ext cx="11466511" cy="1585557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tx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59999" y="2564672"/>
            <a:ext cx="976676" cy="411163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tx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No.</a:t>
            </a:r>
          </a:p>
        </p:txBody>
      </p:sp>
    </p:spTree>
    <p:extLst>
      <p:ext uri="{BB962C8B-B14F-4D97-AF65-F5344CB8AC3E}">
        <p14:creationId xmlns:p14="http://schemas.microsoft.com/office/powerpoint/2010/main" val="2401925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59998" y="2984855"/>
            <a:ext cx="11468465" cy="1585557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bg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bg1"/>
                </a:solidFill>
              </a:defRPr>
            </a:lvl2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60363" y="2564672"/>
            <a:ext cx="976312" cy="411163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bg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No.</a:t>
            </a:r>
          </a:p>
        </p:txBody>
      </p:sp>
    </p:spTree>
    <p:extLst>
      <p:ext uri="{BB962C8B-B14F-4D97-AF65-F5344CB8AC3E}">
        <p14:creationId xmlns:p14="http://schemas.microsoft.com/office/powerpoint/2010/main" val="2324934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9" y="1708150"/>
            <a:ext cx="11466873" cy="4018118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202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000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Content Placeholder 35"/>
          <p:cNvSpPr>
            <a:spLocks noGrp="1"/>
          </p:cNvSpPr>
          <p:nvPr>
            <p:ph sz="quarter" idx="14" hasCustomPrompt="1"/>
          </p:nvPr>
        </p:nvSpPr>
        <p:spPr>
          <a:xfrm>
            <a:off x="6191574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5125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59998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4"/>
          </p:nvPr>
        </p:nvSpPr>
        <p:spPr>
          <a:xfrm>
            <a:off x="4251326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11" name="Content Placeholder 2"/>
          <p:cNvSpPr>
            <a:spLocks noGrp="1"/>
          </p:cNvSpPr>
          <p:nvPr>
            <p:ph idx="15"/>
          </p:nvPr>
        </p:nvSpPr>
        <p:spPr>
          <a:xfrm>
            <a:off x="8142653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1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23809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8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4" hasCustomPrompt="1"/>
          </p:nvPr>
        </p:nvSpPr>
        <p:spPr>
          <a:xfrm>
            <a:off x="3275192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5" hasCustomPrompt="1"/>
          </p:nvPr>
        </p:nvSpPr>
        <p:spPr>
          <a:xfrm>
            <a:off x="6190386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idx="16" hasCustomPrompt="1"/>
          </p:nvPr>
        </p:nvSpPr>
        <p:spPr>
          <a:xfrm>
            <a:off x="9105580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9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8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8027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082013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297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34AEE-487B-4AD3-9E6B-6BDE3604E6A8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55EDD-77E7-48BD-9644-E36AB1D69DA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02954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9" y="1708150"/>
            <a:ext cx="11466873" cy="4018118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0" y="6402732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01162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000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Content Placeholder 35"/>
          <p:cNvSpPr>
            <a:spLocks noGrp="1"/>
          </p:cNvSpPr>
          <p:nvPr>
            <p:ph sz="quarter" idx="14" hasCustomPrompt="1"/>
          </p:nvPr>
        </p:nvSpPr>
        <p:spPr>
          <a:xfrm>
            <a:off x="6191574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</p:spTree>
    <p:extLst>
      <p:ext uri="{BB962C8B-B14F-4D97-AF65-F5344CB8AC3E}">
        <p14:creationId xmlns:p14="http://schemas.microsoft.com/office/powerpoint/2010/main" val="29277878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59998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4"/>
          </p:nvPr>
        </p:nvSpPr>
        <p:spPr>
          <a:xfrm>
            <a:off x="4251325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5"/>
          </p:nvPr>
        </p:nvSpPr>
        <p:spPr>
          <a:xfrm>
            <a:off x="8142653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  <p:sp>
        <p:nvSpPr>
          <p:cNvPr id="1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4693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8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4" hasCustomPrompt="1"/>
          </p:nvPr>
        </p:nvSpPr>
        <p:spPr>
          <a:xfrm>
            <a:off x="3275192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5" hasCustomPrompt="1"/>
          </p:nvPr>
        </p:nvSpPr>
        <p:spPr>
          <a:xfrm>
            <a:off x="6190386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idx="16" hasCustomPrompt="1"/>
          </p:nvPr>
        </p:nvSpPr>
        <p:spPr>
          <a:xfrm>
            <a:off x="9105580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9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19956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</p:spTree>
    <p:extLst>
      <p:ext uri="{BB962C8B-B14F-4D97-AF65-F5344CB8AC3E}">
        <p14:creationId xmlns:p14="http://schemas.microsoft.com/office/powerpoint/2010/main" val="2334709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pic>
        <p:nvPicPr>
          <p:cNvPr id="5" name="Picture 2" descr="C:\Users\seccomaia\Desktop\01-ESADE-CREAPOLIS-96771_481x230.jpg"/>
          <p:cNvPicPr>
            <a:picLocks noChangeAspect="1" noChangeArrowheads="1"/>
          </p:cNvPicPr>
          <p:nvPr userDrawn="1"/>
        </p:nvPicPr>
        <p:blipFill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r="7564"/>
          <a:stretch>
            <a:fillRect/>
          </a:stretch>
        </p:blipFill>
        <p:spPr bwMode="auto">
          <a:xfrm>
            <a:off x="2261793" y="1484784"/>
            <a:ext cx="7795198" cy="4032448"/>
          </a:xfrm>
          <a:prstGeom prst="ellipse">
            <a:avLst/>
          </a:prstGeom>
          <a:ln>
            <a:noFill/>
          </a:ln>
          <a:effectLst>
            <a:softEdge rad="317500"/>
          </a:effectLst>
        </p:spPr>
      </p:pic>
      <p:sp>
        <p:nvSpPr>
          <p:cNvPr id="7" name="6 CuadroTexto"/>
          <p:cNvSpPr txBox="1"/>
          <p:nvPr userDrawn="1"/>
        </p:nvSpPr>
        <p:spPr>
          <a:xfrm>
            <a:off x="484087" y="3705535"/>
            <a:ext cx="2304256" cy="21452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s-ES_tradnl" sz="1050" b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Washington DC</a:t>
            </a:r>
          </a:p>
          <a:p>
            <a:pPr algn="just">
              <a:lnSpc>
                <a:spcPct val="115000"/>
              </a:lnSpc>
            </a:pPr>
            <a:r>
              <a:rPr lang="es-E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1801 Swann Street NW, Apt. 302</a:t>
            </a:r>
          </a:p>
          <a:p>
            <a:pPr algn="just">
              <a:lnSpc>
                <a:spcPct val="115000"/>
              </a:lnSpc>
            </a:pPr>
            <a:r>
              <a:rPr lang="es-E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Washington DC 20009 </a:t>
            </a: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 +1 415 978 98 00 	 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Fax. +1 415 978 98 10</a:t>
            </a:r>
          </a:p>
          <a:p>
            <a:pPr>
              <a:lnSpc>
                <a:spcPct val="115000"/>
              </a:lnSpc>
            </a:pPr>
            <a:endParaRPr lang="es-ES" sz="1050" b="1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" sz="1050" b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San Francisco  </a:t>
            </a:r>
          </a:p>
          <a:p>
            <a:pPr algn="just">
              <a:lnSpc>
                <a:spcPct val="115000"/>
              </a:lnSpc>
            </a:pPr>
            <a:r>
              <a:rPr lang="en-U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48 Terra Vista Ave. # D</a:t>
            </a:r>
          </a:p>
          <a:p>
            <a:pPr algn="just">
              <a:lnSpc>
                <a:spcPct val="115000"/>
              </a:lnSpc>
            </a:pPr>
            <a:r>
              <a:rPr lang="en-U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San Francisco, CA  94115 </a:t>
            </a: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	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 +1 415 978 98 00 	 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Fax. +1 415 978 98 10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</p:txBody>
      </p:sp>
      <p:sp>
        <p:nvSpPr>
          <p:cNvPr id="8" name="5 CuadroTexto"/>
          <p:cNvSpPr txBox="1"/>
          <p:nvPr userDrawn="1"/>
        </p:nvSpPr>
        <p:spPr>
          <a:xfrm>
            <a:off x="477935" y="637828"/>
            <a:ext cx="2232248" cy="23129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HQ Barcelona</a:t>
            </a:r>
            <a:endParaRPr lang="es-ES" sz="1050" b="1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Av. de la Torre Blanca, 57</a:t>
            </a:r>
            <a:endParaRPr lang="es-E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08172 Sant </a:t>
            </a:r>
            <a:r>
              <a:rPr lang="en-US" sz="1050" dirty="0" err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Cugat</a:t>
            </a: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 del </a:t>
            </a:r>
            <a:r>
              <a:rPr lang="en-US" sz="1050" dirty="0" err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Vallès</a:t>
            </a:r>
            <a:endParaRPr lang="en-U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Barcelona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+34 93 504 49 00 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Fax. +34 93 580 21 88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endParaRPr lang="en-U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s-ES" sz="1050" b="1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Madrid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Paseo </a:t>
            </a:r>
            <a:r>
              <a:rPr lang="en-US" sz="1050" dirty="0" err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Castellana</a:t>
            </a: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, 40 - 8º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28046 Madrid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de-DE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+34 91 076 71 24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endParaRPr lang="en-U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4014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1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le Placeholder 1"/>
          <p:cNvSpPr>
            <a:spLocks noGrp="1"/>
          </p:cNvSpPr>
          <p:nvPr>
            <p:ph type="title"/>
          </p:nvPr>
        </p:nvSpPr>
        <p:spPr>
          <a:xfrm>
            <a:off x="359999" y="430718"/>
            <a:ext cx="11466875" cy="70434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GB" dirty="0"/>
          </a:p>
        </p:txBody>
      </p:sp>
      <p:sp>
        <p:nvSpPr>
          <p:cNvPr id="92" name="Text Placeholder 2"/>
          <p:cNvSpPr>
            <a:spLocks noGrp="1"/>
          </p:cNvSpPr>
          <p:nvPr>
            <p:ph type="body" idx="1"/>
          </p:nvPr>
        </p:nvSpPr>
        <p:spPr>
          <a:xfrm>
            <a:off x="359999" y="1708150"/>
            <a:ext cx="11466875" cy="40036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9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26031" y="6394275"/>
            <a:ext cx="400844" cy="19680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cxnSp>
        <p:nvCxnSpPr>
          <p:cNvPr id="94" name="Straight Connector 93"/>
          <p:cNvCxnSpPr/>
          <p:nvPr/>
        </p:nvCxnSpPr>
        <p:spPr>
          <a:xfrm>
            <a:off x="0" y="6124991"/>
            <a:ext cx="1219320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/>
          <p:cNvGrpSpPr/>
          <p:nvPr userDrawn="1"/>
        </p:nvGrpSpPr>
        <p:grpSpPr>
          <a:xfrm>
            <a:off x="-1143000" y="-600255"/>
            <a:ext cx="13680281" cy="6720255"/>
            <a:chOff x="-1143000" y="-600255"/>
            <a:chExt cx="13680281" cy="6720255"/>
          </a:xfrm>
        </p:grpSpPr>
        <p:cxnSp>
          <p:nvCxnSpPr>
            <p:cNvPr id="14" name="Straight Connector 13"/>
            <p:cNvCxnSpPr/>
            <p:nvPr userDrawn="1"/>
          </p:nvCxnSpPr>
          <p:spPr>
            <a:xfrm>
              <a:off x="-256200" y="1710267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 userDrawn="1"/>
          </p:nvCxnSpPr>
          <p:spPr>
            <a:xfrm>
              <a:off x="-256200" y="612000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 userDrawn="1"/>
          </p:nvCxnSpPr>
          <p:spPr>
            <a:xfrm>
              <a:off x="-256200" y="342635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>
            <a:xfrm>
              <a:off x="-256200" y="571447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/>
            <p:cNvSpPr txBox="1"/>
            <p:nvPr userDrawn="1"/>
          </p:nvSpPr>
          <p:spPr>
            <a:xfrm>
              <a:off x="-747711" y="164615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4.78cm</a:t>
              </a:r>
            </a:p>
          </p:txBody>
        </p:sp>
        <p:sp>
          <p:nvSpPr>
            <p:cNvPr id="54" name="TextBox 53"/>
            <p:cNvSpPr txBox="1"/>
            <p:nvPr userDrawn="1"/>
          </p:nvSpPr>
          <p:spPr>
            <a:xfrm>
              <a:off x="-747711" y="3357884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0 cm</a:t>
              </a:r>
            </a:p>
          </p:txBody>
        </p:sp>
        <p:sp>
          <p:nvSpPr>
            <p:cNvPr id="58" name="TextBox 57"/>
            <p:cNvSpPr txBox="1"/>
            <p:nvPr userDrawn="1"/>
          </p:nvSpPr>
          <p:spPr>
            <a:xfrm>
              <a:off x="-747711" y="5640188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6.35 cm</a:t>
              </a:r>
            </a:p>
          </p:txBody>
        </p:sp>
        <p:sp>
          <p:nvSpPr>
            <p:cNvPr id="60" name="TextBox 59"/>
            <p:cNvSpPr txBox="1"/>
            <p:nvPr userDrawn="1"/>
          </p:nvSpPr>
          <p:spPr>
            <a:xfrm>
              <a:off x="304800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15.93cm</a:t>
              </a:r>
            </a:p>
          </p:txBody>
        </p:sp>
        <p:sp>
          <p:nvSpPr>
            <p:cNvPr id="72" name="TextBox 71"/>
            <p:cNvSpPr txBox="1"/>
            <p:nvPr userDrawn="1"/>
          </p:nvSpPr>
          <p:spPr>
            <a:xfrm>
              <a:off x="11426031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15.92 cm</a:t>
              </a:r>
            </a:p>
          </p:txBody>
        </p:sp>
        <p:cxnSp>
          <p:nvCxnSpPr>
            <p:cNvPr id="5" name="Straight Connector 4"/>
            <p:cNvCxnSpPr/>
            <p:nvPr userDrawn="1"/>
          </p:nvCxnSpPr>
          <p:spPr>
            <a:xfrm>
              <a:off x="361588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/>
            <p:cNvSpPr txBox="1"/>
            <p:nvPr userDrawn="1"/>
          </p:nvSpPr>
          <p:spPr>
            <a:xfrm>
              <a:off x="-1143000" y="5763299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Bottom</a:t>
              </a:r>
            </a:p>
          </p:txBody>
        </p:sp>
        <p:sp>
          <p:nvSpPr>
            <p:cNvPr id="86" name="TextBox 85"/>
            <p:cNvSpPr txBox="1"/>
            <p:nvPr userDrawn="1"/>
          </p:nvSpPr>
          <p:spPr>
            <a:xfrm>
              <a:off x="-1143000" y="1769267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Top</a:t>
              </a:r>
            </a:p>
          </p:txBody>
        </p:sp>
        <p:sp>
          <p:nvSpPr>
            <p:cNvPr id="88" name="TextBox 87"/>
            <p:cNvSpPr txBox="1"/>
            <p:nvPr userDrawn="1"/>
          </p:nvSpPr>
          <p:spPr>
            <a:xfrm>
              <a:off x="-590537" y="-438330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Left Margin</a:t>
              </a:r>
            </a:p>
          </p:txBody>
        </p:sp>
        <p:sp>
          <p:nvSpPr>
            <p:cNvPr id="89" name="TextBox 88"/>
            <p:cNvSpPr txBox="1"/>
            <p:nvPr userDrawn="1"/>
          </p:nvSpPr>
          <p:spPr>
            <a:xfrm>
              <a:off x="11898039" y="-438330"/>
              <a:ext cx="63924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Right Margin</a:t>
              </a:r>
            </a:p>
          </p:txBody>
        </p:sp>
        <p:cxnSp>
          <p:nvCxnSpPr>
            <p:cNvPr id="98" name="Straight Connector 97"/>
            <p:cNvCxnSpPr/>
            <p:nvPr userDrawn="1"/>
          </p:nvCxnSpPr>
          <p:spPr>
            <a:xfrm>
              <a:off x="6096000" y="-363357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/>
            <p:cNvSpPr txBox="1"/>
            <p:nvPr userDrawn="1"/>
          </p:nvSpPr>
          <p:spPr>
            <a:xfrm>
              <a:off x="5914719" y="-600255"/>
              <a:ext cx="3622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Middle </a:t>
              </a:r>
              <a:br>
                <a:rPr lang="en-GB" sz="800">
                  <a:solidFill>
                    <a:schemeClr val="tx1"/>
                  </a:solidFill>
                </a:rPr>
              </a:br>
              <a:r>
                <a:rPr lang="en-GB" sz="800">
                  <a:solidFill>
                    <a:schemeClr val="tx1"/>
                  </a:solidFill>
                </a:rPr>
                <a:t>0cm </a:t>
              </a:r>
            </a:p>
          </p:txBody>
        </p:sp>
        <p:sp>
          <p:nvSpPr>
            <p:cNvPr id="101" name="TextBox 100"/>
            <p:cNvSpPr txBox="1"/>
            <p:nvPr userDrawn="1"/>
          </p:nvSpPr>
          <p:spPr>
            <a:xfrm>
              <a:off x="5636264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04" name="Straight Connector 103"/>
            <p:cNvCxnSpPr/>
            <p:nvPr userDrawn="1"/>
          </p:nvCxnSpPr>
          <p:spPr>
            <a:xfrm>
              <a:off x="6000389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 userDrawn="1"/>
          </p:nvCxnSpPr>
          <p:spPr>
            <a:xfrm>
              <a:off x="6190362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/>
            <p:cNvSpPr txBox="1"/>
            <p:nvPr userDrawn="1"/>
          </p:nvSpPr>
          <p:spPr>
            <a:xfrm>
              <a:off x="6191102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07" name="Straight Connector 106"/>
            <p:cNvCxnSpPr/>
            <p:nvPr userDrawn="1"/>
          </p:nvCxnSpPr>
          <p:spPr>
            <a:xfrm>
              <a:off x="11826875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 userDrawn="1"/>
          </p:nvCxnSpPr>
          <p:spPr>
            <a:xfrm>
              <a:off x="-256200" y="43082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108"/>
            <p:cNvSpPr txBox="1"/>
            <p:nvPr userDrawn="1"/>
          </p:nvSpPr>
          <p:spPr>
            <a:xfrm>
              <a:off x="-747711" y="404813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8.33cm</a:t>
              </a:r>
            </a:p>
          </p:txBody>
        </p:sp>
        <p:sp>
          <p:nvSpPr>
            <p:cNvPr id="110" name="TextBox 109"/>
            <p:cNvSpPr txBox="1"/>
            <p:nvPr userDrawn="1"/>
          </p:nvSpPr>
          <p:spPr>
            <a:xfrm>
              <a:off x="-1143000" y="527924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Title Top</a:t>
              </a:r>
            </a:p>
          </p:txBody>
        </p:sp>
      </p:grp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99" y="6187782"/>
            <a:ext cx="609833" cy="609833"/>
          </a:xfrm>
          <a:prstGeom prst="rect">
            <a:avLst/>
          </a:prstGeom>
        </p:spPr>
      </p:pic>
      <p:sp>
        <p:nvSpPr>
          <p:cNvPr id="33" name="Footer Placeholder 4"/>
          <p:cNvSpPr>
            <a:spLocks noGrp="1"/>
          </p:cNvSpPr>
          <p:nvPr userDrawn="1"/>
        </p:nvSpPr>
        <p:spPr>
          <a:xfrm>
            <a:off x="1039091" y="6290392"/>
            <a:ext cx="1031609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© Grupo AIA. The information contained in this document is confidential and any diffusion, reproduction, communication, distribution nor access to third party is prohibited without the prior written consent of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Aplicaciones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en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Informática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Avanzada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, SL.</a:t>
            </a:r>
          </a:p>
        </p:txBody>
      </p:sp>
    </p:spTree>
    <p:extLst>
      <p:ext uri="{BB962C8B-B14F-4D97-AF65-F5344CB8AC3E}">
        <p14:creationId xmlns:p14="http://schemas.microsoft.com/office/powerpoint/2010/main" val="3680662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727" r:id="rId2"/>
    <p:sldLayoutId id="2147483738" r:id="rId3"/>
    <p:sldLayoutId id="2147483649" r:id="rId4"/>
    <p:sldLayoutId id="2147483728" r:id="rId5"/>
    <p:sldLayoutId id="2147483739" r:id="rId6"/>
    <p:sldLayoutId id="2147483697" r:id="rId7"/>
    <p:sldLayoutId id="2147483696" r:id="rId8"/>
    <p:sldLayoutId id="2147483668" r:id="rId9"/>
    <p:sldLayoutId id="2147483659" r:id="rId10"/>
    <p:sldLayoutId id="2147483721" r:id="rId11"/>
    <p:sldLayoutId id="2147483722" r:id="rId12"/>
    <p:sldLayoutId id="2147483726" r:id="rId13"/>
    <p:sldLayoutId id="2147483725" r:id="rId14"/>
    <p:sldLayoutId id="2147483754" r:id="rId15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97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1950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4292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1450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2160" userDrawn="1">
          <p15:clr>
            <a:srgbClr val="F26B43"/>
          </p15:clr>
        </p15:guide>
        <p15:guide id="14" pos="7451" userDrawn="1">
          <p15:clr>
            <a:srgbClr val="F26B43"/>
          </p15:clr>
        </p15:guide>
        <p15:guide id="28" orient="horz" pos="1076" userDrawn="1">
          <p15:clr>
            <a:srgbClr val="F26B43"/>
          </p15:clr>
        </p15:guide>
        <p15:guide id="29" orient="horz" pos="270" userDrawn="1">
          <p15:clr>
            <a:srgbClr val="F26B43"/>
          </p15:clr>
        </p15:guide>
        <p15:guide id="33" orient="horz" pos="3600" userDrawn="1">
          <p15:clr>
            <a:srgbClr val="F26B43"/>
          </p15:clr>
        </p15:guide>
        <p15:guide id="35" pos="228" userDrawn="1">
          <p15:clr>
            <a:srgbClr val="F26B43"/>
          </p15:clr>
        </p15:guide>
        <p15:guide id="36" pos="3840" userDrawn="1">
          <p15:clr>
            <a:srgbClr val="F26B43"/>
          </p15:clr>
        </p15:guide>
        <p15:guide id="37" pos="3782" userDrawn="1">
          <p15:clr>
            <a:srgbClr val="F26B43"/>
          </p15:clr>
        </p15:guide>
        <p15:guide id="38" pos="390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le Placeholder 1"/>
          <p:cNvSpPr>
            <a:spLocks noGrp="1"/>
          </p:cNvSpPr>
          <p:nvPr>
            <p:ph type="title"/>
          </p:nvPr>
        </p:nvSpPr>
        <p:spPr>
          <a:xfrm>
            <a:off x="359999" y="430718"/>
            <a:ext cx="11466875" cy="70434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92" name="Text Placeholder 2"/>
          <p:cNvSpPr>
            <a:spLocks noGrp="1"/>
          </p:cNvSpPr>
          <p:nvPr>
            <p:ph type="body" idx="1"/>
          </p:nvPr>
        </p:nvSpPr>
        <p:spPr>
          <a:xfrm>
            <a:off x="359999" y="1708150"/>
            <a:ext cx="11466875" cy="40036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05309" y="6394274"/>
            <a:ext cx="521566" cy="23092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cxnSp>
        <p:nvCxnSpPr>
          <p:cNvPr id="94" name="Straight Connector 93"/>
          <p:cNvCxnSpPr/>
          <p:nvPr/>
        </p:nvCxnSpPr>
        <p:spPr>
          <a:xfrm>
            <a:off x="0" y="6124991"/>
            <a:ext cx="1219320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/>
          <p:cNvGrpSpPr/>
          <p:nvPr userDrawn="1"/>
        </p:nvGrpSpPr>
        <p:grpSpPr>
          <a:xfrm>
            <a:off x="-1143000" y="-600255"/>
            <a:ext cx="13680281" cy="6720255"/>
            <a:chOff x="-1143000" y="-600255"/>
            <a:chExt cx="13680281" cy="6720255"/>
          </a:xfrm>
        </p:grpSpPr>
        <p:cxnSp>
          <p:nvCxnSpPr>
            <p:cNvPr id="90" name="Straight Connector 89"/>
            <p:cNvCxnSpPr/>
            <p:nvPr userDrawn="1"/>
          </p:nvCxnSpPr>
          <p:spPr>
            <a:xfrm>
              <a:off x="11826875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 userDrawn="1"/>
          </p:nvCxnSpPr>
          <p:spPr>
            <a:xfrm>
              <a:off x="-256200" y="1710267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 userDrawn="1"/>
          </p:nvCxnSpPr>
          <p:spPr>
            <a:xfrm>
              <a:off x="-256200" y="612000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 userDrawn="1"/>
          </p:nvCxnSpPr>
          <p:spPr>
            <a:xfrm>
              <a:off x="-256200" y="342635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 userDrawn="1"/>
          </p:nvCxnSpPr>
          <p:spPr>
            <a:xfrm>
              <a:off x="-256200" y="571447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extBox 100"/>
            <p:cNvSpPr txBox="1"/>
            <p:nvPr userDrawn="1"/>
          </p:nvSpPr>
          <p:spPr>
            <a:xfrm>
              <a:off x="-747711" y="164615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4.78cm</a:t>
              </a:r>
            </a:p>
          </p:txBody>
        </p:sp>
        <p:sp>
          <p:nvSpPr>
            <p:cNvPr id="102" name="TextBox 101"/>
            <p:cNvSpPr txBox="1"/>
            <p:nvPr userDrawn="1"/>
          </p:nvSpPr>
          <p:spPr>
            <a:xfrm>
              <a:off x="-747711" y="3357884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0 cm</a:t>
              </a:r>
            </a:p>
          </p:txBody>
        </p:sp>
        <p:sp>
          <p:nvSpPr>
            <p:cNvPr id="103" name="TextBox 102"/>
            <p:cNvSpPr txBox="1"/>
            <p:nvPr userDrawn="1"/>
          </p:nvSpPr>
          <p:spPr>
            <a:xfrm>
              <a:off x="-747711" y="5640188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6.35 cm</a:t>
              </a:r>
            </a:p>
          </p:txBody>
        </p:sp>
        <p:sp>
          <p:nvSpPr>
            <p:cNvPr id="104" name="TextBox 103"/>
            <p:cNvSpPr txBox="1"/>
            <p:nvPr userDrawn="1"/>
          </p:nvSpPr>
          <p:spPr>
            <a:xfrm>
              <a:off x="304800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15.93 cm</a:t>
              </a:r>
            </a:p>
          </p:txBody>
        </p:sp>
        <p:sp>
          <p:nvSpPr>
            <p:cNvPr id="105" name="TextBox 104"/>
            <p:cNvSpPr txBox="1"/>
            <p:nvPr userDrawn="1"/>
          </p:nvSpPr>
          <p:spPr>
            <a:xfrm>
              <a:off x="11426031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15.92 cm</a:t>
              </a:r>
            </a:p>
          </p:txBody>
        </p:sp>
        <p:cxnSp>
          <p:nvCxnSpPr>
            <p:cNvPr id="106" name="Straight Connector 105"/>
            <p:cNvCxnSpPr/>
            <p:nvPr userDrawn="1"/>
          </p:nvCxnSpPr>
          <p:spPr>
            <a:xfrm>
              <a:off x="361588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/>
            <p:cNvSpPr txBox="1"/>
            <p:nvPr userDrawn="1"/>
          </p:nvSpPr>
          <p:spPr>
            <a:xfrm>
              <a:off x="-1143000" y="5763299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Bottom</a:t>
              </a:r>
            </a:p>
          </p:txBody>
        </p:sp>
        <p:sp>
          <p:nvSpPr>
            <p:cNvPr id="108" name="TextBox 107"/>
            <p:cNvSpPr txBox="1"/>
            <p:nvPr userDrawn="1"/>
          </p:nvSpPr>
          <p:spPr>
            <a:xfrm>
              <a:off x="-1143000" y="1769267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Top</a:t>
              </a:r>
            </a:p>
          </p:txBody>
        </p:sp>
        <p:sp>
          <p:nvSpPr>
            <p:cNvPr id="109" name="TextBox 108"/>
            <p:cNvSpPr txBox="1"/>
            <p:nvPr userDrawn="1"/>
          </p:nvSpPr>
          <p:spPr>
            <a:xfrm>
              <a:off x="-590537" y="-438330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Left Margin</a:t>
              </a:r>
            </a:p>
          </p:txBody>
        </p:sp>
        <p:sp>
          <p:nvSpPr>
            <p:cNvPr id="110" name="TextBox 109"/>
            <p:cNvSpPr txBox="1"/>
            <p:nvPr userDrawn="1"/>
          </p:nvSpPr>
          <p:spPr>
            <a:xfrm>
              <a:off x="11898039" y="-438330"/>
              <a:ext cx="63924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Right Margin</a:t>
              </a:r>
            </a:p>
          </p:txBody>
        </p:sp>
        <p:cxnSp>
          <p:nvCxnSpPr>
            <p:cNvPr id="111" name="Straight Connector 110"/>
            <p:cNvCxnSpPr/>
            <p:nvPr userDrawn="1"/>
          </p:nvCxnSpPr>
          <p:spPr>
            <a:xfrm>
              <a:off x="6096000" y="-363357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Box 111"/>
            <p:cNvSpPr txBox="1"/>
            <p:nvPr userDrawn="1"/>
          </p:nvSpPr>
          <p:spPr>
            <a:xfrm>
              <a:off x="5914719" y="-600255"/>
              <a:ext cx="3622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Middle </a:t>
              </a:r>
              <a:br>
                <a:rPr lang="en-GB" sz="800">
                  <a:solidFill>
                    <a:schemeClr val="tx1"/>
                  </a:solidFill>
                </a:rPr>
              </a:br>
              <a:r>
                <a:rPr lang="en-GB" sz="800">
                  <a:solidFill>
                    <a:schemeClr val="tx1"/>
                  </a:solidFill>
                </a:rPr>
                <a:t>0cm </a:t>
              </a:r>
            </a:p>
          </p:txBody>
        </p:sp>
        <p:sp>
          <p:nvSpPr>
            <p:cNvPr id="113" name="TextBox 112"/>
            <p:cNvSpPr txBox="1"/>
            <p:nvPr userDrawn="1"/>
          </p:nvSpPr>
          <p:spPr>
            <a:xfrm>
              <a:off x="5636264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14" name="Straight Connector 113"/>
            <p:cNvCxnSpPr/>
            <p:nvPr userDrawn="1"/>
          </p:nvCxnSpPr>
          <p:spPr>
            <a:xfrm>
              <a:off x="6000389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 userDrawn="1"/>
          </p:nvCxnSpPr>
          <p:spPr>
            <a:xfrm>
              <a:off x="6190362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/>
            <p:cNvSpPr txBox="1"/>
            <p:nvPr userDrawn="1"/>
          </p:nvSpPr>
          <p:spPr>
            <a:xfrm>
              <a:off x="6191102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17" name="Straight Connector 116"/>
            <p:cNvCxnSpPr/>
            <p:nvPr userDrawn="1"/>
          </p:nvCxnSpPr>
          <p:spPr>
            <a:xfrm>
              <a:off x="11826875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 userDrawn="1"/>
          </p:nvCxnSpPr>
          <p:spPr>
            <a:xfrm>
              <a:off x="-256200" y="43082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/>
            <p:cNvSpPr txBox="1"/>
            <p:nvPr userDrawn="1"/>
          </p:nvSpPr>
          <p:spPr>
            <a:xfrm>
              <a:off x="-747711" y="404813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8.33cm</a:t>
              </a:r>
            </a:p>
          </p:txBody>
        </p:sp>
        <p:sp>
          <p:nvSpPr>
            <p:cNvPr id="120" name="TextBox 119"/>
            <p:cNvSpPr txBox="1"/>
            <p:nvPr userDrawn="1"/>
          </p:nvSpPr>
          <p:spPr>
            <a:xfrm>
              <a:off x="-1143000" y="527924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Title Top</a:t>
              </a:r>
            </a:p>
          </p:txBody>
        </p:sp>
      </p:grpSp>
      <p:pic>
        <p:nvPicPr>
          <p:cNvPr id="34" name="Imagen 2">
            <a:extLst>
              <a:ext uri="{FF2B5EF4-FFF2-40B4-BE49-F238E27FC236}">
                <a16:creationId xmlns:a16="http://schemas.microsoft.com/office/drawing/2014/main" id="{668B885B-4725-DF41-A7C3-55F8F166774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99" y="6187782"/>
            <a:ext cx="609833" cy="609833"/>
          </a:xfrm>
          <a:prstGeom prst="rect">
            <a:avLst/>
          </a:prstGeom>
        </p:spPr>
      </p:pic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732FB159-F28B-EC43-8E02-F521389B3AFF}"/>
              </a:ext>
            </a:extLst>
          </p:cNvPr>
          <p:cNvSpPr>
            <a:spLocks noGrp="1"/>
          </p:cNvSpPr>
          <p:nvPr userDrawn="1"/>
        </p:nvSpPr>
        <p:spPr>
          <a:xfrm>
            <a:off x="1039091" y="6290392"/>
            <a:ext cx="1031609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© Grupo AIA. The information contained in this document is confidential and any diffusion, reproduction, communication, distribution nor access to third party is prohibited without the prior written consent of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Aplicaciones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en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Informática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Avanzada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, SL.</a:t>
            </a:r>
          </a:p>
        </p:txBody>
      </p:sp>
    </p:spTree>
    <p:extLst>
      <p:ext uri="{BB962C8B-B14F-4D97-AF65-F5344CB8AC3E}">
        <p14:creationId xmlns:p14="http://schemas.microsoft.com/office/powerpoint/2010/main" val="2358397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40" r:id="rId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97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1950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4292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1450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28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13" pos="3780" userDrawn="1">
          <p15:clr>
            <a:srgbClr val="F26B43"/>
          </p15:clr>
        </p15:guide>
        <p15:guide id="14" pos="3900" userDrawn="1">
          <p15:clr>
            <a:srgbClr val="F26B43"/>
          </p15:clr>
        </p15:guide>
        <p15:guide id="25" pos="7451" userDrawn="1">
          <p15:clr>
            <a:srgbClr val="F26B43"/>
          </p15:clr>
        </p15:guide>
        <p15:guide id="28" orient="horz" pos="1077" userDrawn="1">
          <p15:clr>
            <a:srgbClr val="F26B43"/>
          </p15:clr>
        </p15:guide>
        <p15:guide id="29" orient="horz" pos="270" userDrawn="1">
          <p15:clr>
            <a:srgbClr val="F26B43"/>
          </p15:clr>
        </p15:guide>
        <p15:guide id="33" orient="horz" pos="3600" userDrawn="1">
          <p15:clr>
            <a:srgbClr val="F26B43"/>
          </p15:clr>
        </p15:guide>
        <p15:guide id="34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5A270B44-300B-08CC-6280-F17C3A856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9D55EDD-77E7-48BD-9644-E36AB1D69DA8}" type="slidenum">
              <a:rPr lang="es-ES" smtClean="0"/>
              <a:t>1</a:t>
            </a:fld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543F51-9302-0EBC-C4AC-CF383E51DA0D}"/>
              </a:ext>
            </a:extLst>
          </p:cNvPr>
          <p:cNvSpPr txBox="1"/>
          <p:nvPr/>
        </p:nvSpPr>
        <p:spPr>
          <a:xfrm>
            <a:off x="1611006" y="318927"/>
            <a:ext cx="8969987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/>
              <a:t>Catalog of allowable topologies for the Producer’s side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425F733-3071-B3AE-0AEB-A135D1FA5BEA}"/>
              </a:ext>
            </a:extLst>
          </p:cNvPr>
          <p:cNvSpPr txBox="1"/>
          <p:nvPr/>
        </p:nvSpPr>
        <p:spPr>
          <a:xfrm>
            <a:off x="3138892" y="1092730"/>
            <a:ext cx="5914213" cy="41549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b="1" dirty="0"/>
              <a:t>“S”:</a:t>
            </a:r>
            <a:r>
              <a:rPr lang="en-US" dirty="0"/>
              <a:t> single gen/WT/PV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S+i</a:t>
            </a:r>
            <a:r>
              <a:rPr lang="en-US" b="1" dirty="0"/>
              <a:t>”:</a:t>
            </a:r>
            <a:r>
              <a:rPr lang="en-US" dirty="0"/>
              <a:t> single gen/WT/PV + Line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S+Aux</a:t>
            </a:r>
            <a:r>
              <a:rPr lang="en-US" b="1" dirty="0"/>
              <a:t>”:</a:t>
            </a:r>
            <a:r>
              <a:rPr lang="en-US" dirty="0"/>
              <a:t> single gen/WT/PV + Aux Load 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S+Aux+i</a:t>
            </a:r>
            <a:r>
              <a:rPr lang="en-US" b="1" dirty="0"/>
              <a:t>”:</a:t>
            </a:r>
            <a:r>
              <a:rPr lang="en-US" dirty="0"/>
              <a:t> single gen/WT/PV + Aux Load + Line</a:t>
            </a:r>
          </a:p>
          <a:p>
            <a:endParaRPr lang="en-US" dirty="0"/>
          </a:p>
          <a:p>
            <a:r>
              <a:rPr lang="en-US" b="1" dirty="0"/>
              <a:t>“M”:</a:t>
            </a:r>
            <a:r>
              <a:rPr lang="en-US" dirty="0"/>
              <a:t> multiple WT/PV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M+i</a:t>
            </a:r>
            <a:r>
              <a:rPr lang="en-US" b="1" dirty="0"/>
              <a:t>”:</a:t>
            </a:r>
            <a:r>
              <a:rPr lang="en-US" dirty="0"/>
              <a:t> multiple WT/PV + Line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M+Aux</a:t>
            </a:r>
            <a:r>
              <a:rPr lang="en-US" b="1" dirty="0"/>
              <a:t>”:</a:t>
            </a:r>
            <a:r>
              <a:rPr lang="en-US" dirty="0"/>
              <a:t> multiple WT/PV + Aux Load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M+Aux+i</a:t>
            </a:r>
            <a:r>
              <a:rPr lang="en-US" b="1" dirty="0"/>
              <a:t>”:</a:t>
            </a:r>
            <a:r>
              <a:rPr lang="en-US" dirty="0"/>
              <a:t> multiple WT/PV + Aux Load + Line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D4FB7F8-F975-04F4-7703-BD05BCE389C4}"/>
              </a:ext>
            </a:extLst>
          </p:cNvPr>
          <p:cNvSpPr txBox="1"/>
          <p:nvPr/>
        </p:nvSpPr>
        <p:spPr>
          <a:xfrm>
            <a:off x="1237129" y="5590630"/>
            <a:ext cx="10505399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i="1" dirty="0"/>
              <a:t> 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For Zone 1 WT/PV, the only one allowed is “S”</a:t>
            </a:r>
          </a:p>
        </p:txBody>
      </p:sp>
    </p:spTree>
    <p:extLst>
      <p:ext uri="{BB962C8B-B14F-4D97-AF65-F5344CB8AC3E}">
        <p14:creationId xmlns:p14="http://schemas.microsoft.com/office/powerpoint/2010/main" val="3476689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3656957" y="2676652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2936957" y="2316653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239516C0-AB8E-25D5-FB3F-4D7A77D5D9E2}"/>
              </a:ext>
            </a:extLst>
          </p:cNvPr>
          <p:cNvGrpSpPr/>
          <p:nvPr/>
        </p:nvGrpSpPr>
        <p:grpSpPr>
          <a:xfrm>
            <a:off x="7661380" y="2438440"/>
            <a:ext cx="659272" cy="471329"/>
            <a:chOff x="3884292" y="220060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8315615" y="2676652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4717146" y="2388652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3582290" y="4527467"/>
            <a:ext cx="5027420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“S”:</a:t>
            </a:r>
            <a:r>
              <a:rPr lang="en-US" sz="2000" dirty="0"/>
              <a:t> single gen/WT/PV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S+i</a:t>
            </a:r>
            <a:r>
              <a:rPr lang="en-US" sz="2000" b="1" dirty="0"/>
              <a:t>”:</a:t>
            </a:r>
            <a:r>
              <a:rPr lang="en-US" sz="2000" dirty="0"/>
              <a:t> single gen/WT/PV + Line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C3C4FC-B0C0-A82C-D605-860CAB617B0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4707623" y="2676652"/>
            <a:ext cx="923047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5630670" y="2534084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6761380" y="2676652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9375804" y="2384440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9240919" y="3120370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5418162" y="2904926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5331378" y="2159337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24E0788-544B-38AC-9DCA-7335AC24E5EB}"/>
              </a:ext>
            </a:extLst>
          </p:cNvPr>
          <p:cNvSpPr txBox="1"/>
          <p:nvPr/>
        </p:nvSpPr>
        <p:spPr>
          <a:xfrm>
            <a:off x="6930025" y="204632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DEA08FD-B8F5-08FF-F77F-613ED847AAFD}"/>
              </a:ext>
            </a:extLst>
          </p:cNvPr>
          <p:cNvSpPr txBox="1"/>
          <p:nvPr/>
        </p:nvSpPr>
        <p:spPr>
          <a:xfrm>
            <a:off x="797932" y="1741209"/>
            <a:ext cx="285902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id/parId = "Synch_Gen" | "Wind_Turbine" | "PV_Array" | "Bess"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BFAF12-3276-D0AE-D019-EA9E0FB5D354}"/>
              </a:ext>
            </a:extLst>
          </p:cNvPr>
          <p:cNvSpPr txBox="1"/>
          <p:nvPr/>
        </p:nvSpPr>
        <p:spPr>
          <a:xfrm>
            <a:off x="4378222" y="3425442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5159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3961754" y="2107833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3241754" y="1747834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28A66F8D-94C4-F497-4A40-A412D28DF524}"/>
              </a:ext>
            </a:extLst>
          </p:cNvPr>
          <p:cNvGrpSpPr/>
          <p:nvPr/>
        </p:nvGrpSpPr>
        <p:grpSpPr>
          <a:xfrm>
            <a:off x="7995994" y="1979211"/>
            <a:ext cx="659272" cy="471329"/>
            <a:chOff x="3884292" y="220060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8655068" y="2227101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5032302" y="1941855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C3C4FC-B0C0-A82C-D605-860CAB617B0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5042237" y="2227101"/>
            <a:ext cx="923047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5965284" y="2084533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7095994" y="2227101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9713719" y="1925211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9531598" y="1594574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5752776" y="2455375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5665992" y="1709786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0BFBD65-1FD1-9D4A-E9E9-301DCFD0643A}"/>
              </a:ext>
            </a:extLst>
          </p:cNvPr>
          <p:cNvSpPr txBox="1"/>
          <p:nvPr/>
        </p:nvSpPr>
        <p:spPr>
          <a:xfrm>
            <a:off x="2722688" y="4719684"/>
            <a:ext cx="7024514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</a:t>
            </a:r>
            <a:r>
              <a:rPr lang="en-US" sz="2000" b="1" dirty="0" err="1"/>
              <a:t>S+Aux</a:t>
            </a:r>
            <a:r>
              <a:rPr lang="en-US" sz="2000" b="1" dirty="0"/>
              <a:t>”:</a:t>
            </a:r>
            <a:r>
              <a:rPr lang="en-US" sz="2000" dirty="0"/>
              <a:t> single gen/WT/PV + Aux Load 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S+Aux+i</a:t>
            </a:r>
            <a:r>
              <a:rPr lang="en-US" sz="2000" b="1" dirty="0"/>
              <a:t>”:</a:t>
            </a:r>
            <a:r>
              <a:rPr lang="en-US" sz="2000" dirty="0"/>
              <a:t> single gen/WT/PV + Aux Load + Line</a:t>
            </a: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27845976-65A6-B724-8110-AA41AD933427}"/>
              </a:ext>
            </a:extLst>
          </p:cNvPr>
          <p:cNvCxnSpPr>
            <a:cxnSpLocks/>
          </p:cNvCxnSpPr>
          <p:nvPr/>
        </p:nvCxnSpPr>
        <p:spPr>
          <a:xfrm>
            <a:off x="4471863" y="2369669"/>
            <a:ext cx="56043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70FA249-BA24-DF00-68C7-05BA90C99D2F}"/>
              </a:ext>
            </a:extLst>
          </p:cNvPr>
          <p:cNvCxnSpPr>
            <a:cxnSpLocks/>
          </p:cNvCxnSpPr>
          <p:nvPr/>
        </p:nvCxnSpPr>
        <p:spPr>
          <a:xfrm>
            <a:off x="4486612" y="2373811"/>
            <a:ext cx="0" cy="426582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o 18">
            <a:extLst>
              <a:ext uri="{FF2B5EF4-FFF2-40B4-BE49-F238E27FC236}">
                <a16:creationId xmlns:a16="http://schemas.microsoft.com/office/drawing/2014/main" id="{E61B5137-00B9-9406-9B51-A2B496CF6825}"/>
              </a:ext>
            </a:extLst>
          </p:cNvPr>
          <p:cNvGrpSpPr/>
          <p:nvPr/>
        </p:nvGrpSpPr>
        <p:grpSpPr>
          <a:xfrm rot="5400000">
            <a:off x="4156975" y="2892947"/>
            <a:ext cx="659272" cy="471329"/>
            <a:chOff x="3884292" y="2200605"/>
            <a:chExt cx="659272" cy="471329"/>
          </a:xfrm>
        </p:grpSpPr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2A24B4C6-4660-B385-9269-27EB0CF36A71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26" name="Elipse 25">
              <a:extLst>
                <a:ext uri="{FF2B5EF4-FFF2-40B4-BE49-F238E27FC236}">
                  <a16:creationId xmlns:a16="http://schemas.microsoft.com/office/drawing/2014/main" id="{FC6C97EA-C14A-C012-7BEF-64E30003532D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23534018-F583-3698-7F8D-59C99DD6836C}"/>
              </a:ext>
            </a:extLst>
          </p:cNvPr>
          <p:cNvCxnSpPr>
            <a:cxnSpLocks/>
          </p:cNvCxnSpPr>
          <p:nvPr/>
        </p:nvCxnSpPr>
        <p:spPr>
          <a:xfrm>
            <a:off x="4471863" y="3458248"/>
            <a:ext cx="0" cy="247487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43B28C03-AE61-7194-DAAD-8D3E3CA0FCFF}"/>
              </a:ext>
            </a:extLst>
          </p:cNvPr>
          <p:cNvSpPr/>
          <p:nvPr/>
        </p:nvSpPr>
        <p:spPr bwMode="ltGray">
          <a:xfrm>
            <a:off x="4255863" y="3652593"/>
            <a:ext cx="432000" cy="553651"/>
          </a:xfrm>
          <a:prstGeom prst="downArrow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E2F9523-2D4F-0CFC-18CB-FEEDBBABE1FE}"/>
              </a:ext>
            </a:extLst>
          </p:cNvPr>
          <p:cNvSpPr txBox="1"/>
          <p:nvPr/>
        </p:nvSpPr>
        <p:spPr>
          <a:xfrm>
            <a:off x="901372" y="1466527"/>
            <a:ext cx="285902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id/parId = "Synch_Gen" | "Wind_Turbine" | "PV_Array" | "Bess"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A933839B-E2F0-2767-867C-C3D21571B116}"/>
              </a:ext>
            </a:extLst>
          </p:cNvPr>
          <p:cNvSpPr txBox="1"/>
          <p:nvPr/>
        </p:nvSpPr>
        <p:spPr>
          <a:xfrm>
            <a:off x="7279261" y="2619544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7EEFCEAF-DBA9-D087-A1D1-D50925979DBF}"/>
              </a:ext>
            </a:extLst>
          </p:cNvPr>
          <p:cNvSpPr txBox="1"/>
          <p:nvPr/>
        </p:nvSpPr>
        <p:spPr>
          <a:xfrm>
            <a:off x="4828554" y="1419003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03BC30B-617F-EE1A-1C3C-874678D542F1}"/>
              </a:ext>
            </a:extLst>
          </p:cNvPr>
          <p:cNvSpPr txBox="1"/>
          <p:nvPr/>
        </p:nvSpPr>
        <p:spPr>
          <a:xfrm>
            <a:off x="1283609" y="323903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AuxLoad_Xfmr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C12B3264-F350-D42A-8718-D3FB967B495A}"/>
              </a:ext>
            </a:extLst>
          </p:cNvPr>
          <p:cNvSpPr txBox="1"/>
          <p:nvPr/>
        </p:nvSpPr>
        <p:spPr>
          <a:xfrm>
            <a:off x="1730055" y="3821696"/>
            <a:ext cx="236668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Aux_Load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56E9C622-174F-E231-93CD-8D7A7B5A6DA7}"/>
              </a:ext>
            </a:extLst>
          </p:cNvPr>
          <p:cNvSpPr txBox="1"/>
          <p:nvPr/>
        </p:nvSpPr>
        <p:spPr>
          <a:xfrm>
            <a:off x="3669530" y="793782"/>
            <a:ext cx="218497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Int_Bus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F49A5611-A906-DFBB-C84C-8BF7B0D2C5ED}"/>
              </a:ext>
            </a:extLst>
          </p:cNvPr>
          <p:cNvCxnSpPr>
            <a:cxnSpLocks/>
          </p:cNvCxnSpPr>
          <p:nvPr/>
        </p:nvCxnSpPr>
        <p:spPr>
          <a:xfrm>
            <a:off x="4933675" y="1030437"/>
            <a:ext cx="53188" cy="82944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5711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4480262" y="1253578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3760262" y="893579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5540866" y="968332"/>
            <a:ext cx="0" cy="2880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4407683" y="4722988"/>
            <a:ext cx="4718938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“M”:</a:t>
            </a:r>
            <a:r>
              <a:rPr lang="en-US" sz="2000" dirty="0"/>
              <a:t> multiple WT/PV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M+i</a:t>
            </a:r>
            <a:r>
              <a:rPr lang="en-US" sz="2000" b="1" dirty="0"/>
              <a:t>”:</a:t>
            </a:r>
            <a:r>
              <a:rPr lang="en-US" sz="2000" dirty="0"/>
              <a:t> multiple WT/PV + Line</a:t>
            </a:r>
            <a:endParaRPr lang="en-US" sz="2000" dirty="0">
              <a:solidFill>
                <a:srgbClr val="FF0000"/>
              </a:solidFill>
            </a:endParaRP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C3C4FC-B0C0-A82C-D605-860CAB617B00}"/>
              </a:ext>
            </a:extLst>
          </p:cNvPr>
          <p:cNvCxnSpPr>
            <a:cxnSpLocks/>
          </p:cNvCxnSpPr>
          <p:nvPr/>
        </p:nvCxnSpPr>
        <p:spPr>
          <a:xfrm flipH="1">
            <a:off x="5536904" y="2340368"/>
            <a:ext cx="655177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6093494" y="2194377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7224204" y="2336945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9464241" y="2048945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9248637" y="1710352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5880986" y="2565219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5794202" y="1819630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A659AFE6-109C-D210-6449-3B41DF9CAE70}"/>
              </a:ext>
            </a:extLst>
          </p:cNvPr>
          <p:cNvCxnSpPr>
            <a:cxnSpLocks/>
          </p:cNvCxnSpPr>
          <p:nvPr/>
        </p:nvCxnSpPr>
        <p:spPr>
          <a:xfrm>
            <a:off x="4480262" y="2096593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upo 25">
            <a:extLst>
              <a:ext uri="{FF2B5EF4-FFF2-40B4-BE49-F238E27FC236}">
                <a16:creationId xmlns:a16="http://schemas.microsoft.com/office/drawing/2014/main" id="{41E63ACF-E553-B01D-42FD-378CF7C9D1B0}"/>
              </a:ext>
            </a:extLst>
          </p:cNvPr>
          <p:cNvGrpSpPr/>
          <p:nvPr/>
        </p:nvGrpSpPr>
        <p:grpSpPr>
          <a:xfrm>
            <a:off x="3760262" y="1736594"/>
            <a:ext cx="720000" cy="720000"/>
            <a:chOff x="1671483" y="2015613"/>
            <a:chExt cx="720000" cy="720000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14FFD235-E1E1-7077-A173-67A14740829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28" name="Forma libre 27">
              <a:extLst>
                <a:ext uri="{FF2B5EF4-FFF2-40B4-BE49-F238E27FC236}">
                  <a16:creationId xmlns:a16="http://schemas.microsoft.com/office/drawing/2014/main" id="{2C269EAC-3480-4FB9-1BB9-FB2AF0AC5608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457270B7-F6F1-17E1-B61D-AD77C4D5929B}"/>
              </a:ext>
            </a:extLst>
          </p:cNvPr>
          <p:cNvCxnSpPr>
            <a:cxnSpLocks/>
          </p:cNvCxnSpPr>
          <p:nvPr/>
        </p:nvCxnSpPr>
        <p:spPr>
          <a:xfrm>
            <a:off x="4497298" y="3577939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o 32">
            <a:extLst>
              <a:ext uri="{FF2B5EF4-FFF2-40B4-BE49-F238E27FC236}">
                <a16:creationId xmlns:a16="http://schemas.microsoft.com/office/drawing/2014/main" id="{4B1F9928-7B86-7258-5897-29E79ACAF7B3}"/>
              </a:ext>
            </a:extLst>
          </p:cNvPr>
          <p:cNvGrpSpPr/>
          <p:nvPr/>
        </p:nvGrpSpPr>
        <p:grpSpPr>
          <a:xfrm>
            <a:off x="3777298" y="3217940"/>
            <a:ext cx="720000" cy="720000"/>
            <a:chOff x="1671483" y="2015613"/>
            <a:chExt cx="720000" cy="720000"/>
          </a:xfrm>
        </p:grpSpPr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6416EBD1-110F-176C-1BEA-98DF7A59404A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35" name="Forma libre 34">
              <a:extLst>
                <a:ext uri="{FF2B5EF4-FFF2-40B4-BE49-F238E27FC236}">
                  <a16:creationId xmlns:a16="http://schemas.microsoft.com/office/drawing/2014/main" id="{464F4850-62F2-9C0B-3BC0-147D87FBD9D9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upo 45">
            <a:extLst>
              <a:ext uri="{FF2B5EF4-FFF2-40B4-BE49-F238E27FC236}">
                <a16:creationId xmlns:a16="http://schemas.microsoft.com/office/drawing/2014/main" id="{14BF57A4-B53E-D857-2E31-34CC7A8FD1F1}"/>
              </a:ext>
            </a:extLst>
          </p:cNvPr>
          <p:cNvGrpSpPr/>
          <p:nvPr/>
        </p:nvGrpSpPr>
        <p:grpSpPr>
          <a:xfrm>
            <a:off x="4809092" y="2557168"/>
            <a:ext cx="113767" cy="492854"/>
            <a:chOff x="4166832" y="2135537"/>
            <a:chExt cx="113767" cy="492854"/>
          </a:xfrm>
        </p:grpSpPr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827E8FE7-06E2-E426-35F1-E7881B63AF87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135537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4" name="Elipse 43">
              <a:extLst>
                <a:ext uri="{FF2B5EF4-FFF2-40B4-BE49-F238E27FC236}">
                  <a16:creationId xmlns:a16="http://schemas.microsoft.com/office/drawing/2014/main" id="{945E4DFC-6AF5-1583-F0AE-0525A91804B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327964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5" name="Elipse 44">
              <a:extLst>
                <a:ext uri="{FF2B5EF4-FFF2-40B4-BE49-F238E27FC236}">
                  <a16:creationId xmlns:a16="http://schemas.microsoft.com/office/drawing/2014/main" id="{2673264E-EB4C-3340-A71B-30774ED368E6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66832" y="2520391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FE3E788F-64F9-08F6-5585-0301D1331E41}"/>
              </a:ext>
            </a:extLst>
          </p:cNvPr>
          <p:cNvCxnSpPr>
            <a:cxnSpLocks/>
          </p:cNvCxnSpPr>
          <p:nvPr/>
        </p:nvCxnSpPr>
        <p:spPr>
          <a:xfrm>
            <a:off x="8775232" y="2327005"/>
            <a:ext cx="670019" cy="3329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upo 50">
            <a:extLst>
              <a:ext uri="{FF2B5EF4-FFF2-40B4-BE49-F238E27FC236}">
                <a16:creationId xmlns:a16="http://schemas.microsoft.com/office/drawing/2014/main" id="{E6F85B55-BB45-3F0E-6626-CB99F87AB6B0}"/>
              </a:ext>
            </a:extLst>
          </p:cNvPr>
          <p:cNvGrpSpPr/>
          <p:nvPr/>
        </p:nvGrpSpPr>
        <p:grpSpPr>
          <a:xfrm>
            <a:off x="8123345" y="2093005"/>
            <a:ext cx="659272" cy="471329"/>
            <a:chOff x="4572550" y="804425"/>
            <a:chExt cx="659272" cy="471329"/>
          </a:xfrm>
        </p:grpSpPr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224C171C-D0C5-316B-78B9-B97EFA1E78D3}"/>
                </a:ext>
              </a:extLst>
            </p:cNvPr>
            <p:cNvSpPr/>
            <p:nvPr/>
          </p:nvSpPr>
          <p:spPr bwMode="ltGray">
            <a:xfrm>
              <a:off x="4572550" y="80775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F8E955DB-DE31-A6D1-B4F8-0263C36AD20C}"/>
                </a:ext>
              </a:extLst>
            </p:cNvPr>
            <p:cNvSpPr/>
            <p:nvPr/>
          </p:nvSpPr>
          <p:spPr bwMode="ltGray">
            <a:xfrm>
              <a:off x="4763822" y="80442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574975CD-DAF9-6481-37F1-4BEF5A31A999}"/>
              </a:ext>
            </a:extLst>
          </p:cNvPr>
          <p:cNvSpPr txBox="1"/>
          <p:nvPr/>
        </p:nvSpPr>
        <p:spPr>
          <a:xfrm>
            <a:off x="704950" y="75474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id/parId = "&lt;Type&gt;_1"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2CD5FED-269D-74B4-45F0-E475C79D3B65}"/>
              </a:ext>
            </a:extLst>
          </p:cNvPr>
          <p:cNvSpPr txBox="1"/>
          <p:nvPr/>
        </p:nvSpPr>
        <p:spPr>
          <a:xfrm>
            <a:off x="704952" y="177033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id/parId = "&lt;Type&gt;_2"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8D88E94-FBA7-A1F4-B60C-BCECA462EA46}"/>
              </a:ext>
            </a:extLst>
          </p:cNvPr>
          <p:cNvSpPr txBox="1"/>
          <p:nvPr/>
        </p:nvSpPr>
        <p:spPr>
          <a:xfrm>
            <a:off x="704951" y="325882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id/parId = "&lt;Type&gt;_n"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086E24DB-5F48-A5DF-C40B-7DF602995BB8}"/>
              </a:ext>
            </a:extLst>
          </p:cNvPr>
          <p:cNvSpPr txBox="1"/>
          <p:nvPr/>
        </p:nvSpPr>
        <p:spPr>
          <a:xfrm>
            <a:off x="882593" y="4013964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 = "Wind_Turbine" | "PV_Array" | "Bess"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CD1C120-C9E1-12CE-1B52-6278B80CB1CC}"/>
              </a:ext>
            </a:extLst>
          </p:cNvPr>
          <p:cNvSpPr txBox="1"/>
          <p:nvPr/>
        </p:nvSpPr>
        <p:spPr>
          <a:xfrm>
            <a:off x="5416291" y="1482011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1AF488C7-92FE-42BE-6F06-022AFA710FF7}"/>
              </a:ext>
            </a:extLst>
          </p:cNvPr>
          <p:cNvSpPr txBox="1"/>
          <p:nvPr/>
        </p:nvSpPr>
        <p:spPr>
          <a:xfrm>
            <a:off x="7631677" y="2708328"/>
            <a:ext cx="234444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696115E3-A82D-3F1D-70B6-12C377B2D343}"/>
              </a:ext>
            </a:extLst>
          </p:cNvPr>
          <p:cNvSpPr txBox="1"/>
          <p:nvPr/>
        </p:nvSpPr>
        <p:spPr>
          <a:xfrm>
            <a:off x="6700983" y="3977649"/>
            <a:ext cx="218497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Int_Bus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D1CE5EC3-7AF5-9AD5-D79E-1E96A13C330C}"/>
              </a:ext>
            </a:extLst>
          </p:cNvPr>
          <p:cNvCxnSpPr>
            <a:cxnSpLocks/>
            <a:stCxn id="57" idx="1"/>
          </p:cNvCxnSpPr>
          <p:nvPr/>
        </p:nvCxnSpPr>
        <p:spPr>
          <a:xfrm flipH="1" flipV="1">
            <a:off x="5691211" y="3392330"/>
            <a:ext cx="1009772" cy="69304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2481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4560951" y="1102376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3840951" y="742377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5640372" y="817130"/>
            <a:ext cx="0" cy="3268215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5160446" y="5122347"/>
            <a:ext cx="6538444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</a:t>
            </a:r>
            <a:r>
              <a:rPr lang="en-US" sz="2000" b="1" dirty="0" err="1"/>
              <a:t>M+Aux</a:t>
            </a:r>
            <a:r>
              <a:rPr lang="en-US" sz="2000" b="1" dirty="0"/>
              <a:t>”:</a:t>
            </a:r>
            <a:r>
              <a:rPr lang="en-US" sz="2000" dirty="0"/>
              <a:t> multiple WT/PV + Aux Load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M+Aux+i</a:t>
            </a:r>
            <a:r>
              <a:rPr lang="en-US" sz="2000" b="1" dirty="0"/>
              <a:t>”:</a:t>
            </a:r>
            <a:r>
              <a:rPr lang="en-US" sz="2000" dirty="0"/>
              <a:t> multiple WT/PV + Aux Load + Line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6291871" y="2283288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7422581" y="2425856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9964985" y="2137856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9749381" y="1787230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6115456" y="2654130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5992579" y="1908541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A659AFE6-109C-D210-6449-3B41DF9CAE70}"/>
              </a:ext>
            </a:extLst>
          </p:cNvPr>
          <p:cNvCxnSpPr>
            <a:cxnSpLocks/>
          </p:cNvCxnSpPr>
          <p:nvPr/>
        </p:nvCxnSpPr>
        <p:spPr>
          <a:xfrm>
            <a:off x="4560951" y="1945391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upo 25">
            <a:extLst>
              <a:ext uri="{FF2B5EF4-FFF2-40B4-BE49-F238E27FC236}">
                <a16:creationId xmlns:a16="http://schemas.microsoft.com/office/drawing/2014/main" id="{41E63ACF-E553-B01D-42FD-378CF7C9D1B0}"/>
              </a:ext>
            </a:extLst>
          </p:cNvPr>
          <p:cNvGrpSpPr/>
          <p:nvPr/>
        </p:nvGrpSpPr>
        <p:grpSpPr>
          <a:xfrm>
            <a:off x="3840951" y="1585392"/>
            <a:ext cx="720000" cy="720000"/>
            <a:chOff x="1671483" y="2015613"/>
            <a:chExt cx="720000" cy="720000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14FFD235-E1E1-7077-A173-67A14740829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28" name="Forma libre 27">
              <a:extLst>
                <a:ext uri="{FF2B5EF4-FFF2-40B4-BE49-F238E27FC236}">
                  <a16:creationId xmlns:a16="http://schemas.microsoft.com/office/drawing/2014/main" id="{2C269EAC-3480-4FB9-1BB9-FB2AF0AC5608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457270B7-F6F1-17E1-B61D-AD77C4D5929B}"/>
              </a:ext>
            </a:extLst>
          </p:cNvPr>
          <p:cNvCxnSpPr>
            <a:cxnSpLocks/>
          </p:cNvCxnSpPr>
          <p:nvPr/>
        </p:nvCxnSpPr>
        <p:spPr>
          <a:xfrm>
            <a:off x="4577987" y="3426737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o 32">
            <a:extLst>
              <a:ext uri="{FF2B5EF4-FFF2-40B4-BE49-F238E27FC236}">
                <a16:creationId xmlns:a16="http://schemas.microsoft.com/office/drawing/2014/main" id="{4B1F9928-7B86-7258-5897-29E79ACAF7B3}"/>
              </a:ext>
            </a:extLst>
          </p:cNvPr>
          <p:cNvGrpSpPr/>
          <p:nvPr/>
        </p:nvGrpSpPr>
        <p:grpSpPr>
          <a:xfrm>
            <a:off x="3857987" y="3066738"/>
            <a:ext cx="720000" cy="720000"/>
            <a:chOff x="1671483" y="2015613"/>
            <a:chExt cx="720000" cy="720000"/>
          </a:xfrm>
        </p:grpSpPr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6416EBD1-110F-176C-1BEA-98DF7A59404A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35" name="Forma libre 34">
              <a:extLst>
                <a:ext uri="{FF2B5EF4-FFF2-40B4-BE49-F238E27FC236}">
                  <a16:creationId xmlns:a16="http://schemas.microsoft.com/office/drawing/2014/main" id="{464F4850-62F2-9C0B-3BC0-147D87FBD9D9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upo 45">
            <a:extLst>
              <a:ext uri="{FF2B5EF4-FFF2-40B4-BE49-F238E27FC236}">
                <a16:creationId xmlns:a16="http://schemas.microsoft.com/office/drawing/2014/main" id="{14BF57A4-B53E-D857-2E31-34CC7A8FD1F1}"/>
              </a:ext>
            </a:extLst>
          </p:cNvPr>
          <p:cNvGrpSpPr/>
          <p:nvPr/>
        </p:nvGrpSpPr>
        <p:grpSpPr>
          <a:xfrm>
            <a:off x="5059257" y="2405966"/>
            <a:ext cx="113768" cy="492854"/>
            <a:chOff x="4166832" y="2135537"/>
            <a:chExt cx="113767" cy="492854"/>
          </a:xfrm>
        </p:grpSpPr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827E8FE7-06E2-E426-35F1-E7881B63AF87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135537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4" name="Elipse 43">
              <a:extLst>
                <a:ext uri="{FF2B5EF4-FFF2-40B4-BE49-F238E27FC236}">
                  <a16:creationId xmlns:a16="http://schemas.microsoft.com/office/drawing/2014/main" id="{945E4DFC-6AF5-1583-F0AE-0525A91804B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327964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5" name="Elipse 44">
              <a:extLst>
                <a:ext uri="{FF2B5EF4-FFF2-40B4-BE49-F238E27FC236}">
                  <a16:creationId xmlns:a16="http://schemas.microsoft.com/office/drawing/2014/main" id="{2673264E-EB4C-3340-A71B-30774ED368E6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66832" y="2520391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FE3E788F-64F9-08F6-5585-0301D1331E41}"/>
              </a:ext>
            </a:extLst>
          </p:cNvPr>
          <p:cNvCxnSpPr>
            <a:cxnSpLocks/>
          </p:cNvCxnSpPr>
          <p:nvPr/>
        </p:nvCxnSpPr>
        <p:spPr>
          <a:xfrm>
            <a:off x="5614708" y="2425856"/>
            <a:ext cx="670020" cy="3329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upo 50">
            <a:extLst>
              <a:ext uri="{FF2B5EF4-FFF2-40B4-BE49-F238E27FC236}">
                <a16:creationId xmlns:a16="http://schemas.microsoft.com/office/drawing/2014/main" id="{E6F85B55-BB45-3F0E-6626-CB99F87AB6B0}"/>
              </a:ext>
            </a:extLst>
          </p:cNvPr>
          <p:cNvGrpSpPr/>
          <p:nvPr/>
        </p:nvGrpSpPr>
        <p:grpSpPr>
          <a:xfrm>
            <a:off x="8318082" y="2191856"/>
            <a:ext cx="659272" cy="471329"/>
            <a:chOff x="4572550" y="804425"/>
            <a:chExt cx="659272" cy="471329"/>
          </a:xfrm>
        </p:grpSpPr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224C171C-D0C5-316B-78B9-B97EFA1E78D3}"/>
                </a:ext>
              </a:extLst>
            </p:cNvPr>
            <p:cNvSpPr/>
            <p:nvPr/>
          </p:nvSpPr>
          <p:spPr bwMode="ltGray">
            <a:xfrm>
              <a:off x="4572550" y="80775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F8E955DB-DE31-A6D1-B4F8-0263C36AD20C}"/>
                </a:ext>
              </a:extLst>
            </p:cNvPr>
            <p:cNvSpPr/>
            <p:nvPr/>
          </p:nvSpPr>
          <p:spPr bwMode="ltGray">
            <a:xfrm>
              <a:off x="4763822" y="80442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B895C55D-A6E5-7026-D3E9-C632F3E8A182}"/>
              </a:ext>
            </a:extLst>
          </p:cNvPr>
          <p:cNvCxnSpPr>
            <a:cxnSpLocks/>
          </p:cNvCxnSpPr>
          <p:nvPr/>
        </p:nvCxnSpPr>
        <p:spPr>
          <a:xfrm>
            <a:off x="4665419" y="3786738"/>
            <a:ext cx="945457" cy="5398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0BE003DD-962E-C2C1-E743-50D9A9C70259}"/>
              </a:ext>
            </a:extLst>
          </p:cNvPr>
          <p:cNvCxnSpPr>
            <a:cxnSpLocks/>
          </p:cNvCxnSpPr>
          <p:nvPr/>
        </p:nvCxnSpPr>
        <p:spPr>
          <a:xfrm>
            <a:off x="4668138" y="3796278"/>
            <a:ext cx="0" cy="426582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upo 4">
            <a:extLst>
              <a:ext uri="{FF2B5EF4-FFF2-40B4-BE49-F238E27FC236}">
                <a16:creationId xmlns:a16="http://schemas.microsoft.com/office/drawing/2014/main" id="{31A4DAAE-A838-C1FC-F11E-AA94F23D4227}"/>
              </a:ext>
            </a:extLst>
          </p:cNvPr>
          <p:cNvGrpSpPr/>
          <p:nvPr/>
        </p:nvGrpSpPr>
        <p:grpSpPr>
          <a:xfrm rot="5400000">
            <a:off x="4338501" y="4315414"/>
            <a:ext cx="659272" cy="471329"/>
            <a:chOff x="3884292" y="2200605"/>
            <a:chExt cx="659272" cy="471329"/>
          </a:xfrm>
        </p:grpSpPr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9D849D2A-2989-036A-7E2E-3774BD52A2E2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BB2819DC-2079-59B7-A2E2-F40385CF8327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DFD55466-8EDE-FB34-0C3E-47B1F725984E}"/>
              </a:ext>
            </a:extLst>
          </p:cNvPr>
          <p:cNvCxnSpPr>
            <a:cxnSpLocks/>
          </p:cNvCxnSpPr>
          <p:nvPr/>
        </p:nvCxnSpPr>
        <p:spPr>
          <a:xfrm>
            <a:off x="4665419" y="4880715"/>
            <a:ext cx="0" cy="247487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echa abajo 38">
            <a:extLst>
              <a:ext uri="{FF2B5EF4-FFF2-40B4-BE49-F238E27FC236}">
                <a16:creationId xmlns:a16="http://schemas.microsoft.com/office/drawing/2014/main" id="{DE5F4CF6-3242-9BD5-7691-62DCA31FCCA3}"/>
              </a:ext>
            </a:extLst>
          </p:cNvPr>
          <p:cNvSpPr/>
          <p:nvPr/>
        </p:nvSpPr>
        <p:spPr bwMode="ltGray">
          <a:xfrm>
            <a:off x="4449421" y="5075060"/>
            <a:ext cx="432001" cy="553651"/>
          </a:xfrm>
          <a:prstGeom prst="downArrow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902EC0B-2137-455B-683A-DF521555F2BF}"/>
              </a:ext>
            </a:extLst>
          </p:cNvPr>
          <p:cNvSpPr txBox="1"/>
          <p:nvPr/>
        </p:nvSpPr>
        <p:spPr>
          <a:xfrm>
            <a:off x="866320" y="669969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id/parId = "&lt;Type&gt;_1"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EBC1AABC-B26F-A2E1-659E-27BE2BC6FFD3}"/>
              </a:ext>
            </a:extLst>
          </p:cNvPr>
          <p:cNvSpPr txBox="1"/>
          <p:nvPr/>
        </p:nvSpPr>
        <p:spPr>
          <a:xfrm>
            <a:off x="866322" y="1685559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id/parId = "&lt;Type&gt;_2"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1BF79A0C-E637-4C2A-B16B-4558CCAB494C}"/>
              </a:ext>
            </a:extLst>
          </p:cNvPr>
          <p:cNvSpPr txBox="1"/>
          <p:nvPr/>
        </p:nvSpPr>
        <p:spPr>
          <a:xfrm>
            <a:off x="866321" y="317405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id/parId = "&lt;Type&gt;_n"</a:t>
            </a: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0D7C2A2A-E69C-681A-B43B-072A4C84ACEC}"/>
              </a:ext>
            </a:extLst>
          </p:cNvPr>
          <p:cNvSpPr txBox="1"/>
          <p:nvPr/>
        </p:nvSpPr>
        <p:spPr>
          <a:xfrm>
            <a:off x="981093" y="3724691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 = "Wind_Turbine" | "PV_Array" | "Bess"</a:t>
            </a: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F22DD016-C797-0772-4590-E4455B7D7549}"/>
              </a:ext>
            </a:extLst>
          </p:cNvPr>
          <p:cNvSpPr txBox="1"/>
          <p:nvPr/>
        </p:nvSpPr>
        <p:spPr>
          <a:xfrm>
            <a:off x="7800434" y="2797498"/>
            <a:ext cx="2344440" cy="215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400" dirty="0">
                <a:latin typeface="Courier New"/>
                <a:cs typeface="Courier New"/>
              </a:rPr>
              <a:t>id/</a:t>
            </a:r>
            <a:r>
              <a:rPr lang="en-US" sz="1400" dirty="0" err="1">
                <a:latin typeface="Courier New"/>
                <a:cs typeface="Courier New"/>
              </a:rPr>
              <a:t>parId</a:t>
            </a:r>
            <a:r>
              <a:rPr lang="en-US" sz="1400" dirty="0">
                <a:latin typeface="Courier New"/>
                <a:cs typeface="Courier New"/>
              </a:rPr>
              <a:t> = “</a:t>
            </a:r>
            <a:r>
              <a:rPr lang="en-US" sz="1400" dirty="0" err="1">
                <a:latin typeface="Courier New"/>
                <a:cs typeface="Courier New"/>
              </a:rPr>
              <a:t>Main_Xfmr</a:t>
            </a:r>
            <a:r>
              <a:rPr lang="en-US" sz="1400" dirty="0">
                <a:latin typeface="Courier New"/>
                <a:cs typeface="Courier New"/>
              </a:rPr>
              <a:t>”</a:t>
            </a:r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A79D912E-2451-A5C3-CB8C-87E292DBDA71}"/>
              </a:ext>
            </a:extLst>
          </p:cNvPr>
          <p:cNvSpPr txBox="1"/>
          <p:nvPr/>
        </p:nvSpPr>
        <p:spPr>
          <a:xfrm>
            <a:off x="5524466" y="1603428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05F25109-BABC-A9B3-3E0D-AA7C8986B5E1}"/>
              </a:ext>
            </a:extLst>
          </p:cNvPr>
          <p:cNvSpPr txBox="1"/>
          <p:nvPr/>
        </p:nvSpPr>
        <p:spPr>
          <a:xfrm>
            <a:off x="1436256" y="4551416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AuxLoad_Xfmr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2E1DBECE-5BBC-1C88-FBD1-6D85892AFE1C}"/>
              </a:ext>
            </a:extLst>
          </p:cNvPr>
          <p:cNvSpPr txBox="1"/>
          <p:nvPr/>
        </p:nvSpPr>
        <p:spPr>
          <a:xfrm>
            <a:off x="1870674" y="5134075"/>
            <a:ext cx="236668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Aux_Load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6E8898E3-5F90-25DF-9334-192843161C70}"/>
              </a:ext>
            </a:extLst>
          </p:cNvPr>
          <p:cNvSpPr txBox="1"/>
          <p:nvPr/>
        </p:nvSpPr>
        <p:spPr>
          <a:xfrm>
            <a:off x="6735496" y="3866229"/>
            <a:ext cx="218497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Int_Bus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cxnSp>
        <p:nvCxnSpPr>
          <p:cNvPr id="70" name="Conector recto de flecha 69">
            <a:extLst>
              <a:ext uri="{FF2B5EF4-FFF2-40B4-BE49-F238E27FC236}">
                <a16:creationId xmlns:a16="http://schemas.microsoft.com/office/drawing/2014/main" id="{1D07FB9E-71B7-22BF-28B6-E1BC28A41EED}"/>
              </a:ext>
            </a:extLst>
          </p:cNvPr>
          <p:cNvCxnSpPr>
            <a:cxnSpLocks/>
            <a:stCxn id="69" idx="1"/>
          </p:cNvCxnSpPr>
          <p:nvPr/>
        </p:nvCxnSpPr>
        <p:spPr>
          <a:xfrm flipH="1" flipV="1">
            <a:off x="5725724" y="3280910"/>
            <a:ext cx="1009772" cy="69304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F8AB0245-F9DD-6757-E509-5F9D5BD8C9FF}"/>
              </a:ext>
            </a:extLst>
          </p:cNvPr>
          <p:cNvCxnSpPr>
            <a:cxnSpLocks/>
          </p:cNvCxnSpPr>
          <p:nvPr/>
        </p:nvCxnSpPr>
        <p:spPr>
          <a:xfrm>
            <a:off x="8977354" y="2429348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050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6364337" y="2822778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5644337" y="2462779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239516C0-AB8E-25D5-FB3F-4D7A77D5D9E2}"/>
              </a:ext>
            </a:extLst>
          </p:cNvPr>
          <p:cNvGrpSpPr/>
          <p:nvPr/>
        </p:nvGrpSpPr>
        <p:grpSpPr>
          <a:xfrm>
            <a:off x="7434358" y="2588778"/>
            <a:ext cx="659272" cy="471329"/>
            <a:chOff x="3884292" y="220060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8104097" y="2823899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9164286" y="2537532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2611510" y="4418372"/>
            <a:ext cx="7549893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2000" b="1" dirty="0"/>
              <a:t>For PPMs, Zone 1: allow only Topology “S”:</a:t>
            </a:r>
            <a:r>
              <a:rPr lang="en-US" sz="2000" dirty="0"/>
              <a:t> (single WT/PV)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8948682" y="3182779"/>
            <a:ext cx="140262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Internal Node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05E29C5-C417-1CC3-7121-AAB21FB99ADF}"/>
              </a:ext>
            </a:extLst>
          </p:cNvPr>
          <p:cNvSpPr txBox="1"/>
          <p:nvPr/>
        </p:nvSpPr>
        <p:spPr>
          <a:xfrm>
            <a:off x="3196529" y="2070296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id/parId = "Wind_Turbine" | "PV_Array" | "Bess"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B50D947-A822-EDDD-942E-9F53E3E6D947}"/>
              </a:ext>
            </a:extLst>
          </p:cNvPr>
          <p:cNvSpPr txBox="1"/>
          <p:nvPr/>
        </p:nvSpPr>
        <p:spPr>
          <a:xfrm>
            <a:off x="6426213" y="2000178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2164238-ACB0-2D6E-CCB7-5175C24FD596}"/>
              </a:ext>
            </a:extLst>
          </p:cNvPr>
          <p:cNvSpPr/>
          <p:nvPr/>
        </p:nvSpPr>
        <p:spPr bwMode="ltGray">
          <a:xfrm>
            <a:off x="7094631" y="2407815"/>
            <a:ext cx="1350328" cy="86214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B007961-4749-A060-A217-5FBD03C0099A}"/>
              </a:ext>
            </a:extLst>
          </p:cNvPr>
          <p:cNvSpPr txBox="1"/>
          <p:nvPr/>
        </p:nvSpPr>
        <p:spPr>
          <a:xfrm>
            <a:off x="1883884" y="5376231"/>
            <a:ext cx="78660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i="1" dirty="0"/>
              <a:t>Note: Group transformer to be modeled explicitly only if flag </a:t>
            </a:r>
            <a:r>
              <a:rPr lang="en-US" sz="1600" i="1" dirty="0" err="1"/>
              <a:t>ConverterLVControl</a:t>
            </a:r>
            <a:r>
              <a:rPr lang="en-US" sz="1600" i="1" dirty="0"/>
              <a:t> = True in the </a:t>
            </a:r>
            <a:r>
              <a:rPr lang="en-US" sz="1600" i="1" dirty="0" err="1"/>
              <a:t>Dynawo</a:t>
            </a:r>
            <a:r>
              <a:rPr lang="en-US" sz="1600" i="1" dirty="0"/>
              <a:t> model used for Zone 1 </a:t>
            </a:r>
          </a:p>
        </p:txBody>
      </p:sp>
    </p:spTree>
    <p:extLst>
      <p:ext uri="{BB962C8B-B14F-4D97-AF65-F5344CB8AC3E}">
        <p14:creationId xmlns:p14="http://schemas.microsoft.com/office/powerpoint/2010/main" val="3153295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5A270B44-300B-08CC-6280-F17C3A856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9D55EDD-77E7-48BD-9644-E36AB1D69DA8}" type="slidenum">
              <a:rPr lang="es-ES" smtClean="0"/>
              <a:t>7</a:t>
            </a:fld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543F51-9302-0EBC-C4AC-CF383E51DA0D}"/>
              </a:ext>
            </a:extLst>
          </p:cNvPr>
          <p:cNvSpPr txBox="1"/>
          <p:nvPr/>
        </p:nvSpPr>
        <p:spPr>
          <a:xfrm>
            <a:off x="867696" y="1889198"/>
            <a:ext cx="10456607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2800" dirty="0"/>
              <a:t>Notes</a:t>
            </a:r>
          </a:p>
        </p:txBody>
      </p:sp>
    </p:spTree>
    <p:extLst>
      <p:ext uri="{BB962C8B-B14F-4D97-AF65-F5344CB8AC3E}">
        <p14:creationId xmlns:p14="http://schemas.microsoft.com/office/powerpoint/2010/main" val="28796764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CKSLIDES" val="6.1"/>
  <p:tag name="VERSIONID" val="110"/>
</p:tagLst>
</file>

<file path=ppt/theme/theme1.xml><?xml version="1.0" encoding="utf-8"?>
<a:theme xmlns:a="http://schemas.openxmlformats.org/drawingml/2006/main" name="Kantar template master">
  <a:themeElements>
    <a:clrScheme name="Grupo AIA">
      <a:dk1>
        <a:sysClr val="windowText" lastClr="000000"/>
      </a:dk1>
      <a:lt1>
        <a:sysClr val="window" lastClr="FFFFFF"/>
      </a:lt1>
      <a:dk2>
        <a:srgbClr val="373545"/>
      </a:dk2>
      <a:lt2>
        <a:srgbClr val="006B7B"/>
      </a:lt2>
      <a:accent1>
        <a:srgbClr val="006B7B"/>
      </a:accent1>
      <a:accent2>
        <a:srgbClr val="5CA0AB"/>
      </a:accent2>
      <a:accent3>
        <a:srgbClr val="8BBBC3"/>
      </a:accent3>
      <a:accent4>
        <a:srgbClr val="31859C"/>
      </a:accent4>
      <a:accent5>
        <a:srgbClr val="84ACB6"/>
      </a:accent5>
      <a:accent6>
        <a:srgbClr val="84ACB6"/>
      </a:accent6>
      <a:hlink>
        <a:srgbClr val="006B7B"/>
      </a:hlink>
      <a:folHlink>
        <a:srgbClr val="67888F"/>
      </a:folHlink>
    </a:clrScheme>
    <a:fontScheme name="Grupo AIA">
      <a:majorFont>
        <a:latin typeface="Helvetica World"/>
        <a:ea typeface=""/>
        <a:cs typeface=""/>
      </a:majorFont>
      <a:minorFont>
        <a:latin typeface="Helvetica Wor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ltGray">
        <a:solidFill>
          <a:srgbClr val="717171"/>
        </a:solidFill>
        <a:ln w="12700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600" b="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Dark Green">
      <a:srgbClr val="145D04"/>
    </a:custClr>
    <a:custClr name="Dark Red">
      <a:srgbClr val="990002"/>
    </a:custClr>
    <a:custClr name="Dark Purple">
      <a:srgbClr val="4C1D52"/>
    </a:custClr>
    <a:custClr name="Dark Blue">
      <a:srgbClr val="131C6B"/>
    </a:custClr>
    <a:custClr name="Grey 1">
      <a:srgbClr val="333333"/>
    </a:custClr>
    <a:custClr name="Grey 2">
      <a:srgbClr val="848484"/>
    </a:custClr>
    <a:custClr name="Grey 3">
      <a:srgbClr val="A8A8A8"/>
    </a:custClr>
    <a:custClr name="Grey 4">
      <a:srgbClr val="CBCBCB"/>
    </a:custClr>
    <a:custClr name="Grey 5">
      <a:srgbClr val="DEDEDE"/>
    </a:custClr>
  </a:custClrLst>
  <a:extLst>
    <a:ext uri="{05A4C25C-085E-4340-85A3-A5531E510DB2}">
      <thm15:themeFamily xmlns:thm15="http://schemas.microsoft.com/office/thememl/2012/main" name="Kantar TNS PowerPoint template 16x9 - for presentations and pitches.potx" id="{D8666C9D-CAC6-4C6D-816F-F559062B1AF7}" vid="{F678F0B4-143D-465E-8637-96734F959065}"/>
    </a:ext>
  </a:extLst>
</a:theme>
</file>

<file path=ppt/theme/theme2.xml><?xml version="1.0" encoding="utf-8"?>
<a:theme xmlns:a="http://schemas.openxmlformats.org/drawingml/2006/main" name="Content slides - no sub heading">
  <a:themeElements>
    <a:clrScheme name="Grupo AIA">
      <a:dk1>
        <a:sysClr val="windowText" lastClr="000000"/>
      </a:dk1>
      <a:lt1>
        <a:sysClr val="window" lastClr="FFFFFF"/>
      </a:lt1>
      <a:dk2>
        <a:srgbClr val="373545"/>
      </a:dk2>
      <a:lt2>
        <a:srgbClr val="006B7B"/>
      </a:lt2>
      <a:accent1>
        <a:srgbClr val="006B7B"/>
      </a:accent1>
      <a:accent2>
        <a:srgbClr val="5CA0AB"/>
      </a:accent2>
      <a:accent3>
        <a:srgbClr val="8BBBC3"/>
      </a:accent3>
      <a:accent4>
        <a:srgbClr val="31859C"/>
      </a:accent4>
      <a:accent5>
        <a:srgbClr val="84ACB6"/>
      </a:accent5>
      <a:accent6>
        <a:srgbClr val="84ACB6"/>
      </a:accent6>
      <a:hlink>
        <a:srgbClr val="006B7B"/>
      </a:hlink>
      <a:folHlink>
        <a:srgbClr val="67888F"/>
      </a:folHlink>
    </a:clrScheme>
    <a:fontScheme name="Grupo AIA">
      <a:majorFont>
        <a:latin typeface="Helvetica World"/>
        <a:ea typeface=""/>
        <a:cs typeface=""/>
      </a:majorFont>
      <a:minorFont>
        <a:latin typeface="Helvetica Wor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ltGray">
        <a:solidFill>
          <a:schemeClr val="tx1"/>
        </a:solidFill>
        <a:ln w="12700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600" b="0"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Dark Green">
      <a:srgbClr val="145D04"/>
    </a:custClr>
    <a:custClr name="Dark Red">
      <a:srgbClr val="990002"/>
    </a:custClr>
    <a:custClr name="Dark Purple">
      <a:srgbClr val="4C1D52"/>
    </a:custClr>
    <a:custClr name="Dark Blue">
      <a:srgbClr val="131C6B"/>
    </a:custClr>
    <a:custClr name="Grey 1">
      <a:srgbClr val="333333"/>
    </a:custClr>
    <a:custClr name="Grey 2">
      <a:srgbClr val="848484"/>
    </a:custClr>
    <a:custClr name="Grey 3">
      <a:srgbClr val="A8A8A8"/>
    </a:custClr>
    <a:custClr name="Grey 4">
      <a:srgbClr val="CBCBCB"/>
    </a:custClr>
    <a:custClr name="Grey 5">
      <a:srgbClr val="DEDEDE"/>
    </a:custClr>
  </a:custClrLst>
  <a:extLst>
    <a:ext uri="{05A4C25C-085E-4340-85A3-A5531E510DB2}">
      <thm15:themeFamily xmlns:thm15="http://schemas.microsoft.com/office/thememl/2012/main" name="Kantar TNS PowerPoint template 16x9 - for presentations and pitches.potx" id="{D8666C9D-CAC6-4C6D-816F-F559062B1AF7}" vid="{B332E1E1-620F-4694-A05F-3BA00EACA09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 Green">
      <a:srgbClr val="145D04"/>
    </a:custClr>
    <a:custClr name="Dark Red">
      <a:srgbClr val="990002"/>
    </a:custClr>
    <a:custClr name="Dark Purple">
      <a:srgbClr val="4C1D52"/>
    </a:custClr>
    <a:custClr name="Dark Blue">
      <a:srgbClr val="131C6B"/>
    </a:custClr>
    <a:custClr name="Grey 1">
      <a:srgbClr val="333333"/>
    </a:custClr>
    <a:custClr name="Grey 2">
      <a:srgbClr val="848484"/>
    </a:custClr>
    <a:custClr name="Grey 3">
      <a:srgbClr val="A8A8A8"/>
    </a:custClr>
    <a:custClr name="Grey 4">
      <a:srgbClr val="CBCBCB"/>
    </a:custClr>
    <a:custClr name="Grey 5">
      <a:srgbClr val="DEDEDE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233001E69A463498708B9A6DEF5B1F9" ma:contentTypeVersion="13" ma:contentTypeDescription="Create a new document." ma:contentTypeScope="" ma:versionID="c1113f19233ec6f8f3c49e51f4c38276">
  <xsd:schema xmlns:xsd="http://www.w3.org/2001/XMLSchema" xmlns:xs="http://www.w3.org/2001/XMLSchema" xmlns:p="http://schemas.microsoft.com/office/2006/metadata/properties" xmlns:ns2="ea94f633-b443-4495-a189-b71518d5e419" xmlns:ns3="375a73e1-ca7c-49e8-944d-c246c30eb518" targetNamespace="http://schemas.microsoft.com/office/2006/metadata/properties" ma:root="true" ma:fieldsID="8678d794e3b0e237f8bf8e3602980d06" ns2:_="" ns3:_="">
    <xsd:import namespace="ea94f633-b443-4495-a189-b71518d5e419"/>
    <xsd:import namespace="375a73e1-ca7c-49e8-944d-c246c30eb5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a94f633-b443-4495-a189-b71518d5e4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b9b5273-c2ab-44a2-a879-b390c9bcfd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5a73e1-ca7c-49e8-944d-c246c30eb51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3c9be488-3e42-4ddb-9f5e-b869873b5db9}" ma:internalName="TaxCatchAll" ma:showField="CatchAllData" ma:web="375a73e1-ca7c-49e8-944d-c246c30eb5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a94f633-b443-4495-a189-b71518d5e419">
      <Terms xmlns="http://schemas.microsoft.com/office/infopath/2007/PartnerControls"/>
    </lcf76f155ced4ddcb4097134ff3c332f>
    <TaxCatchAll xmlns="375a73e1-ca7c-49e8-944d-c246c30eb518" xsi:nil="true"/>
  </documentManagement>
</p:properties>
</file>

<file path=customXml/itemProps1.xml><?xml version="1.0" encoding="utf-8"?>
<ds:datastoreItem xmlns:ds="http://schemas.openxmlformats.org/officeDocument/2006/customXml" ds:itemID="{BC375B81-FBF5-4924-A5E0-F0376D8E7D5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3525C2-B11A-4C50-8BEE-67D9CE568E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a94f633-b443-4495-a189-b71518d5e419"/>
    <ds:schemaRef ds:uri="375a73e1-ca7c-49e8-944d-c246c30eb51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2193883-9DEF-4394-A746-8B0504B231C0}">
  <ds:schemaRefs>
    <ds:schemaRef ds:uri="http://purl.org/dc/dcmitype/"/>
    <ds:schemaRef ds:uri="ea94f633-b443-4495-a189-b71518d5e419"/>
    <ds:schemaRef ds:uri="http://schemas.microsoft.com/office/2006/documentManagement/types"/>
    <ds:schemaRef ds:uri="http://schemas.microsoft.com/office/2006/metadata/properties"/>
    <ds:schemaRef ds:uri="http://purl.org/dc/elements/1.1/"/>
    <ds:schemaRef ds:uri="375a73e1-ca7c-49e8-944d-c246c30eb518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20985</TotalTime>
  <Words>605</Words>
  <Application>Microsoft Office PowerPoint</Application>
  <PresentationFormat>Panorámica</PresentationFormat>
  <Paragraphs>71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Arial</vt:lpstr>
      <vt:lpstr>Calibri</vt:lpstr>
      <vt:lpstr>Courier New</vt:lpstr>
      <vt:lpstr>Helvetica</vt:lpstr>
      <vt:lpstr>Helvetica World</vt:lpstr>
      <vt:lpstr>Wingdings</vt:lpstr>
      <vt:lpstr>Kantar template master</vt:lpstr>
      <vt:lpstr>Content slides - no sub heading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Validation of Dynawo versus Astre</dc:title>
  <dc:subject/>
  <dc:creator>Jose Luis Marin</dc:creator>
  <cp:keywords/>
  <dc:description/>
  <cp:lastModifiedBy>Marcos De Miguel Cruz</cp:lastModifiedBy>
  <cp:revision>1072</cp:revision>
  <dcterms:created xsi:type="dcterms:W3CDTF">2020-07-16T06:53:26Z</dcterms:created>
  <dcterms:modified xsi:type="dcterms:W3CDTF">2026-09-03T14:36:04Z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0x0101001233001E69A463498708B9A6DEF5B1F9</vt:lpwstr>
  </property>
</Properties>
</file>